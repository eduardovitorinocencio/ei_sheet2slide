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charts/chart27.xml" ContentType="application/vnd.openxmlformats-officedocument.drawingml.chart+xml"/>
  <Override PartName="/ppt/charts/style27.xml" ContentType="application/vnd.ms-office.chartstyle+xml"/>
  <Override PartName="/ppt/charts/colors27.xml" ContentType="application/vnd.ms-office.chartcolorstyle+xml"/>
  <Override PartName="/ppt/charts/chart28.xml" ContentType="application/vnd.openxmlformats-officedocument.drawingml.chart+xml"/>
  <Override PartName="/ppt/charts/style28.xml" ContentType="application/vnd.ms-office.chartstyle+xml"/>
  <Override PartName="/ppt/charts/colors28.xml" ContentType="application/vnd.ms-office.chartcolorstyle+xml"/>
  <Override PartName="/ppt/charts/chart29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charts/chart30.xml" ContentType="application/vnd.openxmlformats-officedocument.drawingml.chart+xml"/>
  <Override PartName="/ppt/charts/style30.xml" ContentType="application/vnd.ms-office.chartstyle+xml"/>
  <Override PartName="/ppt/charts/colors30.xml" ContentType="application/vnd.ms-office.chartcolorstyle+xml"/>
  <Override PartName="/ppt/charts/chart31.xml" ContentType="application/vnd.openxmlformats-officedocument.drawingml.chart+xml"/>
  <Override PartName="/ppt/charts/style31.xml" ContentType="application/vnd.ms-office.chartstyle+xml"/>
  <Override PartName="/ppt/charts/colors31.xml" ContentType="application/vnd.ms-office.chartcolorstyle+xml"/>
  <Override PartName="/ppt/charts/chart32.xml" ContentType="application/vnd.openxmlformats-officedocument.drawingml.chart+xml"/>
  <Override PartName="/ppt/charts/style32.xml" ContentType="application/vnd.ms-office.chartstyle+xml"/>
  <Override PartName="/ppt/charts/colors32.xml" ContentType="application/vnd.ms-office.chartcolorstyle+xml"/>
  <Override PartName="/ppt/charts/chart33.xml" ContentType="application/vnd.openxmlformats-officedocument.drawingml.chart+xml"/>
  <Override PartName="/ppt/charts/style33.xml" ContentType="application/vnd.ms-office.chartstyle+xml"/>
  <Override PartName="/ppt/charts/colors33.xml" ContentType="application/vnd.ms-office.chartcolorstyle+xml"/>
  <Override PartName="/ppt/charts/chart34.xml" ContentType="application/vnd.openxmlformats-officedocument.drawingml.chart+xml"/>
  <Override PartName="/ppt/charts/style34.xml" ContentType="application/vnd.ms-office.chartstyle+xml"/>
  <Override PartName="/ppt/charts/colors34.xml" ContentType="application/vnd.ms-office.chartcolorstyle+xml"/>
  <Override PartName="/ppt/charts/chart35.xml" ContentType="application/vnd.openxmlformats-officedocument.drawingml.chart+xml"/>
  <Override PartName="/ppt/charts/style35.xml" ContentType="application/vnd.ms-office.chartstyle+xml"/>
  <Override PartName="/ppt/charts/colors3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2" r:id="rId2"/>
    <p:sldId id="256" r:id="rId3"/>
    <p:sldId id="259" r:id="rId4"/>
    <p:sldId id="463" r:id="rId5"/>
    <p:sldId id="258" r:id="rId6"/>
    <p:sldId id="464" r:id="rId7"/>
    <p:sldId id="465" r:id="rId8"/>
    <p:sldId id="466" r:id="rId9"/>
    <p:sldId id="467" r:id="rId10"/>
    <p:sldId id="468" r:id="rId11"/>
    <p:sldId id="469" r:id="rId12"/>
    <p:sldId id="470" r:id="rId13"/>
    <p:sldId id="471" r:id="rId14"/>
    <p:sldId id="472" r:id="rId15"/>
    <p:sldId id="473" r:id="rId16"/>
  </p:sldIdLst>
  <p:sldSz cx="12192000" cy="6858000"/>
  <p:notesSz cx="6858000" cy="9144000"/>
  <p:custDataLst>
    <p:tags r:id="rId19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ts-wp-br" id="{67A58A67-D919-486D-A1B5-2E6A894974EB}">
          <p14:sldIdLst>
            <p14:sldId id="462"/>
            <p14:sldId id="256"/>
            <p14:sldId id="259"/>
            <p14:sldId id="463"/>
            <p14:sldId id="258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45" autoAdjust="0"/>
  </p:normalViewPr>
  <p:slideViewPr>
    <p:cSldViewPr snapToGrid="0">
      <p:cViewPr varScale="1">
        <p:scale>
          <a:sx n="107" d="100"/>
          <a:sy n="107" d="100"/>
        </p:scale>
        <p:origin x="14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ktglbuc-my.sharepoint.com/personal/eduardo_inocencio_kantar_com/Documents/Documentos/ppt-generator/ppt-generator-beta_v1.0.0.xlsb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7.xml"/><Relationship Id="rId1" Type="http://schemas.microsoft.com/office/2011/relationships/chartStyle" Target="style27.xml"/></Relationships>
</file>

<file path=ppt/charts/_rels/chart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6.xlsx"/><Relationship Id="rId2" Type="http://schemas.microsoft.com/office/2011/relationships/chartColorStyle" Target="colors28.xml"/><Relationship Id="rId1" Type="http://schemas.microsoft.com/office/2011/relationships/chartStyle" Target="style28.xml"/></Relationships>
</file>

<file path=ppt/charts/_rels/chart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7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30.xml"/><Relationship Id="rId1" Type="http://schemas.microsoft.com/office/2011/relationships/chartStyle" Target="style30.xml"/></Relationships>
</file>

<file path=ppt/charts/_rels/chart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9.xlsx"/><Relationship Id="rId2" Type="http://schemas.microsoft.com/office/2011/relationships/chartColorStyle" Target="colors31.xml"/><Relationship Id="rId1" Type="http://schemas.microsoft.com/office/2011/relationships/chartStyle" Target="style31.xml"/></Relationships>
</file>

<file path=ppt/charts/_rels/chart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0.xlsx"/><Relationship Id="rId2" Type="http://schemas.microsoft.com/office/2011/relationships/chartColorStyle" Target="colors32.xml"/><Relationship Id="rId1" Type="http://schemas.microsoft.com/office/2011/relationships/chartStyle" Target="style32.xml"/></Relationships>
</file>

<file path=ppt/charts/_rels/chart3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1.xlsx"/><Relationship Id="rId2" Type="http://schemas.microsoft.com/office/2011/relationships/chartColorStyle" Target="colors33.xml"/><Relationship Id="rId1" Type="http://schemas.microsoft.com/office/2011/relationships/chartStyle" Target="style33.xml"/></Relationships>
</file>

<file path=ppt/charts/_rels/chart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2.xlsx"/><Relationship Id="rId2" Type="http://schemas.microsoft.com/office/2011/relationships/chartColorStyle" Target="colors34.xml"/><Relationship Id="rId1" Type="http://schemas.microsoft.com/office/2011/relationships/chartStyle" Target="style34.xml"/></Relationships>
</file>

<file path=ppt/charts/_rels/chart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3.xlsx"/><Relationship Id="rId2" Type="http://schemas.microsoft.com/office/2011/relationships/chartColorStyle" Target="colors35.xml"/><Relationship Id="rId1" Type="http://schemas.microsoft.com/office/2011/relationships/chartStyle" Target="style3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9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900" b="1"/>
              <a:t>Attribution of change in spend</a:t>
            </a:r>
          </a:p>
        </c:rich>
      </c:tx>
      <c:layout>
        <c:manualLayout>
          <c:xMode val="edge"/>
          <c:yMode val="edge"/>
          <c:x val="2.3930446194225713E-2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3.5218777431948602E-2"/>
          <c:y val="0.21924003917806295"/>
          <c:w val="0.92956244513610276"/>
          <c:h val="0.62509513160196606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AUXILIAR!$S$20</c:f>
              <c:strCache>
                <c:ptCount val="1"/>
                <c:pt idx="0">
                  <c:v>Penetração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val>
            <c:numRef>
              <c:f>AUXILIAR!$S$21</c:f>
              <c:numCache>
                <c:formatCode>0%</c:formatCode>
                <c:ptCount val="1"/>
                <c:pt idx="0">
                  <c:v>-2.0290666931245847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2B-429C-AAB2-731B19D85A96}"/>
            </c:ext>
          </c:extLst>
        </c:ser>
        <c:ser>
          <c:idx val="1"/>
          <c:order val="1"/>
          <c:tx>
            <c:strRef>
              <c:f>AUXILIAR!$T$20</c:f>
              <c:strCache>
                <c:ptCount val="1"/>
                <c:pt idx="0">
                  <c:v>Frequência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val>
            <c:numRef>
              <c:f>AUXILIAR!$T$21</c:f>
              <c:numCache>
                <c:formatCode>0%</c:formatCode>
                <c:ptCount val="1"/>
                <c:pt idx="0">
                  <c:v>1.4245814251815228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2B-429C-AAB2-731B19D85A96}"/>
            </c:ext>
          </c:extLst>
        </c:ser>
        <c:ser>
          <c:idx val="2"/>
          <c:order val="2"/>
          <c:tx>
            <c:strRef>
              <c:f>AUXILIAR!$U$20</c:f>
              <c:strCache>
                <c:ptCount val="1"/>
                <c:pt idx="0">
                  <c:v>Volume Médio por Ato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val>
            <c:numRef>
              <c:f>AUXILIAR!$U$21</c:f>
              <c:numCache>
                <c:formatCode>0%</c:formatCode>
                <c:ptCount val="1"/>
                <c:pt idx="0">
                  <c:v>-0.57066083164559078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2B-429C-AAB2-731B19D85A96}"/>
            </c:ext>
          </c:extLst>
        </c:ser>
        <c:ser>
          <c:idx val="3"/>
          <c:order val="3"/>
          <c:tx>
            <c:strRef>
              <c:f>AUXILIAR!$V$20</c:f>
              <c:strCache>
                <c:ptCount val="1"/>
                <c:pt idx="0">
                  <c:v>Preço Médio</c:v>
                </c:pt>
              </c:strCache>
            </c:strRef>
          </c:tx>
          <c:spPr>
            <a:solidFill>
              <a:schemeClr val="dk1">
                <a:tint val="98500"/>
              </a:schemeClr>
            </a:solidFill>
            <a:ln>
              <a:noFill/>
            </a:ln>
            <a:effectLst/>
          </c:spPr>
          <c:invertIfNegative val="0"/>
          <c:val>
            <c:numRef>
              <c:f>AUXILIAR!$V$21</c:f>
              <c:numCache>
                <c:formatCode>0%</c:formatCode>
                <c:ptCount val="1"/>
                <c:pt idx="0">
                  <c:v>-0.54947508454771188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52B-429C-AAB2-731B19D85A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66929583"/>
        <c:axId val="1366930543"/>
      </c:barChart>
      <c:catAx>
        <c:axId val="13669295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one"/>
        <c:spPr>
          <a:noFill/>
          <a:ln w="19050" cap="flat" cmpd="sng" algn="ctr">
            <a:solidFill>
              <a:schemeClr val="tx1">
                <a:lumMod val="50000"/>
                <a:lumOff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66930543"/>
        <c:crosses val="autoZero"/>
        <c:auto val="1"/>
        <c:lblAlgn val="ctr"/>
        <c:lblOffset val="100"/>
        <c:tickLblSkip val="1"/>
        <c:noMultiLvlLbl val="0"/>
      </c:catAx>
      <c:valAx>
        <c:axId val="1366930543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3669295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900" b="0"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4439492589521137E-2"/>
          <c:y val="1.406249913493484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A37-4720-9CB4-99B1A5B629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6"/>
        <c:axId val="1847607807"/>
        <c:axId val="1847608767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dk1">
                  <a:tint val="55000"/>
                </a:schemeClr>
              </a:solidFill>
              <a:ln w="9525">
                <a:solidFill>
                  <a:schemeClr val="dk1">
                    <a:tint val="55000"/>
                  </a:schemeClr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bg1">
                        <a:lumMod val="7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37-4720-9CB4-99B1A5B629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847609727"/>
        <c:axId val="1847620287"/>
      </c:lineChart>
      <c:catAx>
        <c:axId val="1847607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47608767"/>
        <c:crosses val="autoZero"/>
        <c:auto val="1"/>
        <c:lblAlgn val="ctr"/>
        <c:lblOffset val="100"/>
        <c:noMultiLvlLbl val="0"/>
      </c:catAx>
      <c:valAx>
        <c:axId val="184760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47607807"/>
        <c:crosses val="autoZero"/>
        <c:crossBetween val="between"/>
      </c:valAx>
      <c:valAx>
        <c:axId val="1847620287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847609727"/>
        <c:crosses val="max"/>
        <c:crossBetween val="between"/>
      </c:valAx>
      <c:catAx>
        <c:axId val="184760972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84762028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1328324357048961E-2"/>
          <c:y val="1.751185497426308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46-4550-84E9-6AB39C0A6E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46-4550-84E9-6AB39C0A6ED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246-4550-84E9-6AB39C0A6ED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9"/>
        <c:overlap val="100"/>
        <c:axId val="1413592560"/>
        <c:axId val="1413593040"/>
      </c:barChart>
      <c:catAx>
        <c:axId val="1413592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13593040"/>
        <c:crosses val="autoZero"/>
        <c:auto val="1"/>
        <c:lblAlgn val="ctr"/>
        <c:lblOffset val="100"/>
        <c:noMultiLvlLbl val="0"/>
      </c:catAx>
      <c:valAx>
        <c:axId val="14135930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4135925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2.9522804214690571E-2"/>
          <c:y val="2.5631358897956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Period 01</c:v>
                </c:pt>
                <c:pt idx="1">
                  <c:v>Period 02</c:v>
                </c:pt>
                <c:pt idx="2">
                  <c:v>Period 03</c:v>
                </c:pt>
                <c:pt idx="3">
                  <c:v>Period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3AC-47E4-BC92-AA584C90659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90"/>
        <c:axId val="1521840063"/>
        <c:axId val="1521848703"/>
      </c:barChart>
      <c:catAx>
        <c:axId val="152184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21848703"/>
        <c:crosses val="autoZero"/>
        <c:auto val="1"/>
        <c:lblAlgn val="ctr"/>
        <c:lblOffset val="100"/>
        <c:noMultiLvlLbl val="0"/>
      </c:catAx>
      <c:valAx>
        <c:axId val="152184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184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2.9522804214690571E-2"/>
          <c:y val="2.5631358897956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Period 01</c:v>
                </c:pt>
                <c:pt idx="1">
                  <c:v>Period 02</c:v>
                </c:pt>
                <c:pt idx="2">
                  <c:v>Period 03</c:v>
                </c:pt>
                <c:pt idx="3">
                  <c:v>Period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3C-47F6-B0C3-1E577B72F4E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90"/>
        <c:axId val="1521840063"/>
        <c:axId val="1521848703"/>
      </c:barChart>
      <c:catAx>
        <c:axId val="152184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21848703"/>
        <c:crosses val="autoZero"/>
        <c:auto val="1"/>
        <c:lblAlgn val="ctr"/>
        <c:lblOffset val="100"/>
        <c:noMultiLvlLbl val="0"/>
      </c:catAx>
      <c:valAx>
        <c:axId val="152184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184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2.9522804214690571E-2"/>
          <c:y val="2.5631358897956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PER UNIT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Period 01</c:v>
                </c:pt>
                <c:pt idx="1">
                  <c:v>Period 02</c:v>
                </c:pt>
                <c:pt idx="2">
                  <c:v>Period 03</c:v>
                </c:pt>
                <c:pt idx="3">
                  <c:v>Period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A14-4499-B7DA-BCB7DB8A1E4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90"/>
        <c:axId val="1521840063"/>
        <c:axId val="1521848703"/>
      </c:barChart>
      <c:catAx>
        <c:axId val="152184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21848703"/>
        <c:crosses val="autoZero"/>
        <c:auto val="1"/>
        <c:lblAlgn val="ctr"/>
        <c:lblOffset val="100"/>
        <c:noMultiLvlLbl val="0"/>
      </c:catAx>
      <c:valAx>
        <c:axId val="152184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184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2.9522804214690571E-2"/>
          <c:y val="2.5631358897956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per trip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Period 01</c:v>
                </c:pt>
                <c:pt idx="1">
                  <c:v>Period 02</c:v>
                </c:pt>
                <c:pt idx="2">
                  <c:v>Period 03</c:v>
                </c:pt>
                <c:pt idx="3">
                  <c:v>Period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C86-4B15-86EC-2393CE74736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90"/>
        <c:axId val="1521840063"/>
        <c:axId val="1521848703"/>
      </c:barChart>
      <c:catAx>
        <c:axId val="152184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21848703"/>
        <c:crosses val="autoZero"/>
        <c:auto val="1"/>
        <c:lblAlgn val="ctr"/>
        <c:lblOffset val="100"/>
        <c:noMultiLvlLbl val="0"/>
      </c:catAx>
      <c:valAx>
        <c:axId val="152184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184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2.9522804214690571E-2"/>
          <c:y val="2.5631358897956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Period 01</c:v>
                </c:pt>
                <c:pt idx="1">
                  <c:v>Period 02</c:v>
                </c:pt>
                <c:pt idx="2">
                  <c:v>Period 03</c:v>
                </c:pt>
                <c:pt idx="3">
                  <c:v>Period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0F-47ED-B170-1958107AE4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90"/>
        <c:axId val="1521840063"/>
        <c:axId val="1521848703"/>
      </c:barChart>
      <c:catAx>
        <c:axId val="152184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21848703"/>
        <c:crosses val="autoZero"/>
        <c:auto val="1"/>
        <c:lblAlgn val="ctr"/>
        <c:lblOffset val="100"/>
        <c:noMultiLvlLbl val="0"/>
      </c:catAx>
      <c:valAx>
        <c:axId val="152184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184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2.9522804214690571E-2"/>
          <c:y val="2.563135889795651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Penetration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Period 01</c:v>
                </c:pt>
                <c:pt idx="1">
                  <c:v>Period 02</c:v>
                </c:pt>
                <c:pt idx="2">
                  <c:v>Period 03</c:v>
                </c:pt>
                <c:pt idx="3">
                  <c:v>Period 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1-498B-ABD4-4775FA3A0B0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4"/>
        <c:overlap val="-90"/>
        <c:axId val="1521840063"/>
        <c:axId val="1521848703"/>
      </c:barChart>
      <c:catAx>
        <c:axId val="152184006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20" normalizeH="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521848703"/>
        <c:crosses val="autoZero"/>
        <c:auto val="1"/>
        <c:lblAlgn val="ctr"/>
        <c:lblOffset val="100"/>
        <c:noMultiLvlLbl val="0"/>
      </c:catAx>
      <c:valAx>
        <c:axId val="1521848703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218400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5785855226977879E-2"/>
          <c:y val="1.561722469210293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222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EB94-42B0-AD05-19170F4EEA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222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dk1">
                  <a:tint val="55000"/>
                </a:schemeClr>
              </a:solidFill>
              <a:ln w="9525">
                <a:solidFill>
                  <a:schemeClr val="dk1">
                    <a:tint val="55000"/>
                  </a:schemeClr>
                </a:solidFill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EB94-42B0-AD05-19170F4EEA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2225" cap="rnd">
              <a:solidFill>
                <a:schemeClr val="dk1">
                  <a:tint val="75000"/>
                </a:schemeClr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dk1">
                  <a:tint val="75000"/>
                </a:schemeClr>
              </a:solidFill>
              <a:ln w="9525">
                <a:solidFill>
                  <a:schemeClr val="dk1">
                    <a:tint val="75000"/>
                  </a:schemeClr>
                </a:solidFill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EB94-42B0-AD05-19170F4EEA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8503600"/>
        <c:axId val="1978510320"/>
      </c:lineChart>
      <c:catAx>
        <c:axId val="19785036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78510320"/>
        <c:crosses val="autoZero"/>
        <c:auto val="1"/>
        <c:lblAlgn val="ctr"/>
        <c:lblOffset val="100"/>
        <c:noMultiLvlLbl val="0"/>
      </c:catAx>
      <c:valAx>
        <c:axId val="19785103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97850360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tx1">
                <a:lumMod val="15000"/>
                <a:lumOff val="8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1080973944081068E-2"/>
          <c:y val="1.036480015930779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Units_Index</c:v>
                </c:pt>
              </c:strCache>
            </c:strRef>
          </c:tx>
          <c:spPr>
            <a:ln w="2222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YTD Dec-20</c:v>
                </c:pt>
                <c:pt idx="1">
                  <c:v>YTD Dec-22</c:v>
                </c:pt>
                <c:pt idx="2">
                  <c:v>YTD Dec-24</c:v>
                </c:pt>
              </c:strCache>
            </c:strRef>
          </c:cat>
          <c:val>
            <c:numRef>
              <c:f>Sheet1!$B$2:$B$4</c:f>
              <c:numCache>
                <c:formatCode>_-* #,##0.0_-;\-* #,##0.0_-;_-* "-"??_-;_-@_-</c:formatCode>
                <c:ptCount val="3"/>
                <c:pt idx="0">
                  <c:v>100</c:v>
                </c:pt>
                <c:pt idx="1">
                  <c:v>76.900000000000006</c:v>
                </c:pt>
                <c:pt idx="2">
                  <c:v>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AF7-4783-8AE0-97CF13CF3A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Value_Index</c:v>
                </c:pt>
              </c:strCache>
            </c:strRef>
          </c:tx>
          <c:spPr>
            <a:ln w="2222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dk1">
                  <a:tint val="55000"/>
                </a:schemeClr>
              </a:solidFill>
              <a:ln w="9525">
                <a:solidFill>
                  <a:schemeClr val="dk1">
                    <a:tint val="55000"/>
                  </a:schemeClr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YTD Dec-20</c:v>
                </c:pt>
                <c:pt idx="1">
                  <c:v>YTD Dec-22</c:v>
                </c:pt>
                <c:pt idx="2">
                  <c:v>YTD Dec-24</c:v>
                </c:pt>
              </c:strCache>
            </c:strRef>
          </c:cat>
          <c:val>
            <c:numRef>
              <c:f>Sheet1!$C$2:$C$4</c:f>
              <c:numCache>
                <c:formatCode>_-* #,##0.0_-;\-* #,##0.0_-;_-* "-"??_-;_-@_-</c:formatCode>
                <c:ptCount val="3"/>
                <c:pt idx="0">
                  <c:v>100</c:v>
                </c:pt>
                <c:pt idx="1">
                  <c:v>90.1</c:v>
                </c:pt>
                <c:pt idx="2">
                  <c:v>100.6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6AF7-4783-8AE0-97CF13CF3A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Penetration_Index</c:v>
                </c:pt>
              </c:strCache>
            </c:strRef>
          </c:tx>
          <c:spPr>
            <a:ln w="22225" cap="rnd">
              <a:solidFill>
                <a:schemeClr val="dk1">
                  <a:tint val="75000"/>
                </a:schemeClr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dk1">
                  <a:tint val="75000"/>
                </a:schemeClr>
              </a:solidFill>
              <a:ln w="9525">
                <a:solidFill>
                  <a:schemeClr val="dk1">
                    <a:tint val="75000"/>
                  </a:schemeClr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YTD Dec-20</c:v>
                </c:pt>
                <c:pt idx="1">
                  <c:v>YTD Dec-22</c:v>
                </c:pt>
                <c:pt idx="2">
                  <c:v>YTD Dec-24</c:v>
                </c:pt>
              </c:strCache>
            </c:strRef>
          </c:cat>
          <c:val>
            <c:numRef>
              <c:f>Sheet1!$D$2:$D$4</c:f>
              <c:numCache>
                <c:formatCode>_-* #,##0.0_-;\-* #,##0.0_-;_-* "-"??_-;_-@_-</c:formatCode>
                <c:ptCount val="3"/>
                <c:pt idx="0">
                  <c:v>100</c:v>
                </c:pt>
                <c:pt idx="1">
                  <c:v>96.3</c:v>
                </c:pt>
                <c:pt idx="2">
                  <c:v>93.8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6AF7-4783-8AE0-97CF13CF3A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Units_per_Trip_Index</c:v>
                </c:pt>
              </c:strCache>
            </c:strRef>
          </c:tx>
          <c:spPr>
            <a:ln w="22225" cap="rnd">
              <a:solidFill>
                <a:schemeClr val="dk1">
                  <a:tint val="98500"/>
                </a:schemeClr>
              </a:solidFill>
              <a:round/>
            </a:ln>
            <a:effectLst/>
          </c:spPr>
          <c:marker>
            <c:symbol val="x"/>
            <c:size val="6"/>
            <c:spPr>
              <a:noFill/>
              <a:ln w="9525">
                <a:solidFill>
                  <a:schemeClr val="dk1">
                    <a:tint val="98500"/>
                  </a:schemeClr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YTD Dec-20</c:v>
                </c:pt>
                <c:pt idx="1">
                  <c:v>YTD Dec-22</c:v>
                </c:pt>
                <c:pt idx="2">
                  <c:v>YTD Dec-24</c:v>
                </c:pt>
              </c:strCache>
            </c:strRef>
          </c:cat>
          <c:val>
            <c:numRef>
              <c:f>Sheet1!$E$2:$E$4</c:f>
              <c:numCache>
                <c:formatCode>_-* #,##0.0_-;\-* #,##0.0_-;_-* "-"??_-;_-@_-</c:formatCode>
                <c:ptCount val="3"/>
                <c:pt idx="0">
                  <c:v>100</c:v>
                </c:pt>
                <c:pt idx="1">
                  <c:v>95.7</c:v>
                </c:pt>
                <c:pt idx="2">
                  <c:v>89.2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6AF7-4783-8AE0-97CF13CF3A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Frequency_Index</c:v>
                </c:pt>
              </c:strCache>
            </c:strRef>
          </c:tx>
          <c:spPr>
            <a:ln w="22225" cap="rnd">
              <a:solidFill>
                <a:schemeClr val="dk1">
                  <a:tint val="30000"/>
                </a:schemeClr>
              </a:solidFill>
              <a:round/>
            </a:ln>
            <a:effectLst/>
          </c:spPr>
          <c:marker>
            <c:symbol val="star"/>
            <c:size val="6"/>
            <c:spPr>
              <a:noFill/>
              <a:ln w="9525">
                <a:solidFill>
                  <a:schemeClr val="dk1">
                    <a:tint val="30000"/>
                  </a:schemeClr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YTD Dec-20</c:v>
                </c:pt>
                <c:pt idx="1">
                  <c:v>YTD Dec-22</c:v>
                </c:pt>
                <c:pt idx="2">
                  <c:v>YTD Dec-24</c:v>
                </c:pt>
              </c:strCache>
            </c:strRef>
          </c:cat>
          <c:val>
            <c:numRef>
              <c:f>Sheet1!$F$2:$F$4</c:f>
              <c:numCache>
                <c:formatCode>_-* #,##0.0_-;\-* #,##0.0_-;_-* "-"??_-;_-@_-</c:formatCode>
                <c:ptCount val="3"/>
                <c:pt idx="0">
                  <c:v>100</c:v>
                </c:pt>
                <c:pt idx="1">
                  <c:v>80.599999999999994</c:v>
                </c:pt>
                <c:pt idx="2">
                  <c:v>82.6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6AF7-4783-8AE0-97CF13CF3AC7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Avg_Price_per_Unit_Index</c:v>
                </c:pt>
              </c:strCache>
            </c:strRef>
          </c:tx>
          <c:spPr>
            <a:ln w="22225" cap="rnd">
              <a:solidFill>
                <a:schemeClr val="dk1">
                  <a:tint val="60000"/>
                </a:schemeClr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dk1">
                  <a:tint val="60000"/>
                </a:schemeClr>
              </a:solidFill>
              <a:ln w="9525">
                <a:solidFill>
                  <a:schemeClr val="dk1">
                    <a:tint val="60000"/>
                  </a:schemeClr>
                </a:solidFill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YTD Dec-20</c:v>
                </c:pt>
                <c:pt idx="1">
                  <c:v>YTD Dec-22</c:v>
                </c:pt>
                <c:pt idx="2">
                  <c:v>YTD Dec-24</c:v>
                </c:pt>
              </c:strCache>
            </c:strRef>
          </c:cat>
          <c:val>
            <c:numRef>
              <c:f>Sheet1!$G$2:$G$4</c:f>
              <c:numCache>
                <c:formatCode>_-* #,##0.0_-;\-* #,##0.0_-;_-* "-"??_-;_-@_-</c:formatCode>
                <c:ptCount val="3"/>
                <c:pt idx="0">
                  <c:v>100</c:v>
                </c:pt>
                <c:pt idx="1">
                  <c:v>117</c:v>
                </c:pt>
                <c:pt idx="2">
                  <c:v>139.5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6AF7-4783-8AE0-97CF13CF3A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70940288"/>
        <c:axId val="1470942208"/>
      </c:lineChart>
      <c:catAx>
        <c:axId val="1470940288"/>
        <c:scaling>
          <c:orientation val="minMax"/>
        </c:scaling>
        <c:delete val="0"/>
        <c:axPos val="b"/>
        <c:minorGridlines>
          <c:spPr>
            <a:ln>
              <a:solidFill>
                <a:schemeClr val="tx1">
                  <a:lumMod val="5000"/>
                  <a:lumOff val="95000"/>
                </a:schemeClr>
              </a:solidFill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70942208"/>
        <c:crosses val="autoZero"/>
        <c:auto val="1"/>
        <c:lblAlgn val="ctr"/>
        <c:lblOffset val="100"/>
        <c:noMultiLvlLbl val="0"/>
      </c:catAx>
      <c:valAx>
        <c:axId val="1470942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_-* #,##0.0_-;\-* #,##0.0_-;_-* &quot;-&quot;??_-;_-@_-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70940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790919454336646"/>
          <c:y val="7.6590416165018632E-2"/>
          <c:w val="0.83975694616115915"/>
          <c:h val="0.782332449555589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Diff_Price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YTD Dec-21</c:v>
                </c:pt>
                <c:pt idx="1">
                  <c:v>YTD Dec-23</c:v>
                </c:pt>
                <c:pt idx="2">
                  <c:v>YTD Dec-24</c:v>
                </c:pt>
              </c:strCache>
            </c:strRef>
          </c:cat>
          <c:val>
            <c:numRef>
              <c:f>Sheet1!$I$2:$I$4</c:f>
              <c:numCache>
                <c:formatCode>_-* #,##0.0_-;\-* #,##0.0_-;_-* "-"??_-;_-@_-</c:formatCode>
                <c:ptCount val="3"/>
                <c:pt idx="0">
                  <c:v>3.3</c:v>
                </c:pt>
                <c:pt idx="1">
                  <c:v>3.6</c:v>
                </c:pt>
                <c:pt idx="2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BA-4878-919A-014AD238BE3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0"/>
        <c:overlap val="-23"/>
        <c:axId val="636984255"/>
        <c:axId val="636977535"/>
      </c:barChart>
      <c:catAx>
        <c:axId val="636984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36977535"/>
        <c:crosses val="autoZero"/>
        <c:auto val="1"/>
        <c:lblAlgn val="ctr"/>
        <c:lblOffset val="100"/>
        <c:noMultiLvlLbl val="0"/>
      </c:catAx>
      <c:valAx>
        <c:axId val="636977535"/>
        <c:scaling>
          <c:orientation val="minMax"/>
        </c:scaling>
        <c:delete val="1"/>
        <c:axPos val="l"/>
        <c:numFmt formatCode="_-* #,##0.0_-;\-* #,##0.0_-;_-* &quot;-&quot;??_-;_-@_-" sourceLinked="1"/>
        <c:majorTickMark val="out"/>
        <c:minorTickMark val="none"/>
        <c:tickLblPos val="nextTo"/>
        <c:crossAx val="6369842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1721195966863137E-2"/>
          <c:y val="3.819723105164195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Sheet1!$E$1</c:f>
              <c:strCache>
                <c:ptCount val="1"/>
                <c:pt idx="0">
                  <c:v>Share_Format1</c:v>
                </c:pt>
              </c:strCache>
            </c:strRef>
          </c:tx>
          <c:spPr>
            <a:ln w="2222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dk1">
                  <a:tint val="88500"/>
                </a:schemeClr>
              </a:solidFill>
              <a:ln w="9525">
                <a:solidFill>
                  <a:schemeClr val="dk1">
                    <a:tint val="885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YTD Dec-21</c:v>
                </c:pt>
                <c:pt idx="1">
                  <c:v>YTD Dec-23</c:v>
                </c:pt>
                <c:pt idx="2">
                  <c:v>YTD Dec-24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5.3</c:v>
                </c:pt>
                <c:pt idx="1">
                  <c:v>8</c:v>
                </c:pt>
                <c:pt idx="2">
                  <c:v>15.9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512-4755-85F1-00F5A2021B4A}"/>
            </c:ext>
          </c:extLst>
        </c:ser>
        <c:ser>
          <c:idx val="1"/>
          <c:order val="1"/>
          <c:tx>
            <c:strRef>
              <c:f>Sheet1!$F$1</c:f>
              <c:strCache>
                <c:ptCount val="1"/>
                <c:pt idx="0">
                  <c:v>Share_Format2</c:v>
                </c:pt>
              </c:strCache>
            </c:strRef>
          </c:tx>
          <c:spPr>
            <a:ln w="2222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chemeClr val="dk1">
                  <a:tint val="55000"/>
                </a:schemeClr>
              </a:solidFill>
              <a:ln w="9525">
                <a:solidFill>
                  <a:schemeClr val="dk1">
                    <a:tint val="55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YTD Dec-21</c:v>
                </c:pt>
                <c:pt idx="1">
                  <c:v>YTD Dec-23</c:v>
                </c:pt>
                <c:pt idx="2">
                  <c:v>YTD Dec-24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94.7</c:v>
                </c:pt>
                <c:pt idx="1">
                  <c:v>92</c:v>
                </c:pt>
                <c:pt idx="2">
                  <c:v>84.1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512-4755-85F1-00F5A2021B4A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70940288"/>
        <c:axId val="1470942208"/>
      </c:lineChart>
      <c:catAx>
        <c:axId val="147094028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1470942208"/>
        <c:crosses val="autoZero"/>
        <c:auto val="1"/>
        <c:lblAlgn val="ctr"/>
        <c:lblOffset val="100"/>
        <c:noMultiLvlLbl val="0"/>
      </c:catAx>
      <c:valAx>
        <c:axId val="147094220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1470940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2500000000000001E-2"/>
          <c:y val="2.98463705080257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84-4996-8E24-2A9185521CD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1638828991"/>
        <c:axId val="1638830431"/>
      </c:barChart>
      <c:catAx>
        <c:axId val="1638828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38830431"/>
        <c:crosses val="autoZero"/>
        <c:auto val="1"/>
        <c:lblAlgn val="ctr"/>
        <c:lblOffset val="100"/>
        <c:noMultiLvlLbl val="0"/>
      </c:catAx>
      <c:valAx>
        <c:axId val="16388304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3882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2500000000000001E-2"/>
          <c:y val="2.98463705080257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09-469C-80D5-7669C392D31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1638828991"/>
        <c:axId val="1638830431"/>
      </c:barChart>
      <c:catAx>
        <c:axId val="1638828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38830431"/>
        <c:crosses val="autoZero"/>
        <c:auto val="1"/>
        <c:lblAlgn val="ctr"/>
        <c:lblOffset val="100"/>
        <c:noMultiLvlLbl val="0"/>
      </c:catAx>
      <c:valAx>
        <c:axId val="16388304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3882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2500000000000001E-2"/>
          <c:y val="2.98463705080257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95-4A6F-BC9C-E375AD30AA49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1638828991"/>
        <c:axId val="1638830431"/>
      </c:barChart>
      <c:catAx>
        <c:axId val="1638828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38830431"/>
        <c:crosses val="autoZero"/>
        <c:auto val="1"/>
        <c:lblAlgn val="ctr"/>
        <c:lblOffset val="100"/>
        <c:noMultiLvlLbl val="0"/>
      </c:catAx>
      <c:valAx>
        <c:axId val="16388304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3882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2500000000000001E-2"/>
          <c:y val="2.984637050802576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spc="0" baseline="0">
              <a:solidFill>
                <a:schemeClr val="tx1">
                  <a:lumMod val="50000"/>
                  <a:lumOff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-2.5</c:v>
                </c:pt>
                <c:pt idx="2">
                  <c:v>3.5</c:v>
                </c:pt>
                <c:pt idx="3">
                  <c:v>-4.5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91-4BD4-A82D-E81DBE08A360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32"/>
        <c:axId val="1638828991"/>
        <c:axId val="1638830431"/>
      </c:barChart>
      <c:catAx>
        <c:axId val="16388289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38830431"/>
        <c:crosses val="autoZero"/>
        <c:auto val="1"/>
        <c:lblAlgn val="ctr"/>
        <c:lblOffset val="100"/>
        <c:noMultiLvlLbl val="0"/>
      </c:catAx>
      <c:valAx>
        <c:axId val="16388304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388289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>
                  <a:lumMod val="6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4016009916720524E-2"/>
          <c:y val="1.69312188122283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T_MARKET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6.61</c:v>
                </c:pt>
                <c:pt idx="1">
                  <c:v>9.4600000000000009</c:v>
                </c:pt>
                <c:pt idx="2">
                  <c:v>3.53</c:v>
                </c:pt>
                <c:pt idx="3">
                  <c:v>3.33</c:v>
                </c:pt>
                <c:pt idx="4">
                  <c:v>1.06</c:v>
                </c:pt>
                <c:pt idx="5">
                  <c:v>2.95</c:v>
                </c:pt>
                <c:pt idx="6">
                  <c:v>2.5</c:v>
                </c:pt>
                <c:pt idx="7">
                  <c:v>1.05</c:v>
                </c:pt>
                <c:pt idx="8">
                  <c:v>5.74</c:v>
                </c:pt>
                <c:pt idx="9">
                  <c:v>1.98</c:v>
                </c:pt>
                <c:pt idx="10">
                  <c:v>3.77</c:v>
                </c:pt>
                <c:pt idx="11">
                  <c:v>9.44</c:v>
                </c:pt>
                <c:pt idx="12">
                  <c:v>4.3600000000000003</c:v>
                </c:pt>
                <c:pt idx="13">
                  <c:v>5.08</c:v>
                </c:pt>
                <c:pt idx="14">
                  <c:v>4.42</c:v>
                </c:pt>
                <c:pt idx="15">
                  <c:v>4.6100000000000003</c:v>
                </c:pt>
                <c:pt idx="16">
                  <c:v>1.79</c:v>
                </c:pt>
                <c:pt idx="17">
                  <c:v>4.87</c:v>
                </c:pt>
                <c:pt idx="18">
                  <c:v>4.75</c:v>
                </c:pt>
                <c:pt idx="19">
                  <c:v>6.65</c:v>
                </c:pt>
                <c:pt idx="20">
                  <c:v>6.41</c:v>
                </c:pt>
                <c:pt idx="21">
                  <c:v>5.64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A1-467A-90AE-81AB3DFA482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T_BRAND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Sheet1!$A$2:$A$23</c:f>
              <c:strCache>
                <c:ptCount val="2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6.59</c:v>
                </c:pt>
                <c:pt idx="1">
                  <c:v>9.48</c:v>
                </c:pt>
                <c:pt idx="2">
                  <c:v>3.47</c:v>
                </c:pt>
                <c:pt idx="3">
                  <c:v>3.27</c:v>
                </c:pt>
                <c:pt idx="4">
                  <c:v>1.07</c:v>
                </c:pt>
                <c:pt idx="5">
                  <c:v>2.89</c:v>
                </c:pt>
                <c:pt idx="6">
                  <c:v>2.5099999999999998</c:v>
                </c:pt>
                <c:pt idx="7">
                  <c:v>1.08</c:v>
                </c:pt>
                <c:pt idx="8">
                  <c:v>5.98</c:v>
                </c:pt>
                <c:pt idx="9">
                  <c:v>2.0699999999999998</c:v>
                </c:pt>
                <c:pt idx="10">
                  <c:v>3.91</c:v>
                </c:pt>
                <c:pt idx="11">
                  <c:v>9.4499999999999993</c:v>
                </c:pt>
                <c:pt idx="12">
                  <c:v>4.4400000000000004</c:v>
                </c:pt>
                <c:pt idx="13">
                  <c:v>5.01</c:v>
                </c:pt>
                <c:pt idx="14">
                  <c:v>4.1100000000000003</c:v>
                </c:pt>
                <c:pt idx="15">
                  <c:v>4.6100000000000003</c:v>
                </c:pt>
                <c:pt idx="16">
                  <c:v>1.79</c:v>
                </c:pt>
                <c:pt idx="17">
                  <c:v>4.84</c:v>
                </c:pt>
                <c:pt idx="18">
                  <c:v>4.7699999999999996</c:v>
                </c:pt>
                <c:pt idx="19">
                  <c:v>6.67</c:v>
                </c:pt>
                <c:pt idx="20">
                  <c:v>6.4</c:v>
                </c:pt>
                <c:pt idx="21">
                  <c:v>5.59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6A1-467A-90AE-81AB3DFA4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5"/>
        <c:axId val="1314451200"/>
        <c:axId val="131444880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INDEX</c:v>
                </c:pt>
              </c:strCache>
            </c:strRef>
          </c:tx>
          <c:spPr>
            <a:ln w="22225" cap="rnd">
              <a:solidFill>
                <a:schemeClr val="dk1">
                  <a:tint val="75000"/>
                </a:schemeClr>
              </a:solidFill>
              <a:round/>
            </a:ln>
            <a:effectLst/>
          </c:spPr>
          <c:marker>
            <c:symbol val="square"/>
            <c:size val="5"/>
            <c:spPr>
              <a:solidFill>
                <a:schemeClr val="lt1"/>
              </a:solidFill>
              <a:ln w="15875">
                <a:solidFill>
                  <a:schemeClr val="dk1">
                    <a:tint val="75000"/>
                  </a:schemeClr>
                </a:solidFill>
                <a:round/>
              </a:ln>
              <a:effectLst/>
            </c:spPr>
          </c:marker>
          <c:cat>
            <c:strRef>
              <c:f>Sheet1!$A$2:$A$23</c:f>
              <c:strCache>
                <c:ptCount val="22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  <c:pt idx="7">
                  <c:v>H</c:v>
                </c:pt>
                <c:pt idx="8">
                  <c:v>I</c:v>
                </c:pt>
                <c:pt idx="9">
                  <c:v>J</c:v>
                </c:pt>
                <c:pt idx="10">
                  <c:v>K</c:v>
                </c:pt>
                <c:pt idx="11">
                  <c:v>L</c:v>
                </c:pt>
                <c:pt idx="12">
                  <c:v>M</c:v>
                </c:pt>
                <c:pt idx="13">
                  <c:v>N</c:v>
                </c:pt>
                <c:pt idx="14">
                  <c:v>O</c:v>
                </c:pt>
                <c:pt idx="15">
                  <c:v>P</c:v>
                </c:pt>
                <c:pt idx="16">
                  <c:v>Q</c:v>
                </c:pt>
                <c:pt idx="17">
                  <c:v>R</c:v>
                </c:pt>
                <c:pt idx="18">
                  <c:v>S</c:v>
                </c:pt>
                <c:pt idx="19">
                  <c:v>T</c:v>
                </c:pt>
                <c:pt idx="20">
                  <c:v>U</c:v>
                </c:pt>
                <c:pt idx="21">
                  <c:v>V</c:v>
                </c:pt>
              </c:strCache>
            </c:strRef>
          </c:cat>
          <c:val>
            <c:numRef>
              <c:f>Sheet1!$D$2:$D$23</c:f>
              <c:numCache>
                <c:formatCode>General</c:formatCode>
                <c:ptCount val="22"/>
                <c:pt idx="0">
                  <c:v>99.61</c:v>
                </c:pt>
                <c:pt idx="1">
                  <c:v>100.26</c:v>
                </c:pt>
                <c:pt idx="2">
                  <c:v>98.26</c:v>
                </c:pt>
                <c:pt idx="3">
                  <c:v>97.95</c:v>
                </c:pt>
                <c:pt idx="4">
                  <c:v>100.73</c:v>
                </c:pt>
                <c:pt idx="5">
                  <c:v>98.09</c:v>
                </c:pt>
                <c:pt idx="6">
                  <c:v>100.66</c:v>
                </c:pt>
                <c:pt idx="7">
                  <c:v>102.64</c:v>
                </c:pt>
                <c:pt idx="8">
                  <c:v>104.13</c:v>
                </c:pt>
                <c:pt idx="9">
                  <c:v>104.81</c:v>
                </c:pt>
                <c:pt idx="10">
                  <c:v>103.77</c:v>
                </c:pt>
                <c:pt idx="11">
                  <c:v>100.08</c:v>
                </c:pt>
                <c:pt idx="12">
                  <c:v>101.78</c:v>
                </c:pt>
                <c:pt idx="13">
                  <c:v>98.63</c:v>
                </c:pt>
                <c:pt idx="14">
                  <c:v>93.1</c:v>
                </c:pt>
                <c:pt idx="15">
                  <c:v>99.95</c:v>
                </c:pt>
                <c:pt idx="16">
                  <c:v>99.96</c:v>
                </c:pt>
                <c:pt idx="17">
                  <c:v>99.36</c:v>
                </c:pt>
                <c:pt idx="18">
                  <c:v>100.51</c:v>
                </c:pt>
                <c:pt idx="19">
                  <c:v>100.28</c:v>
                </c:pt>
                <c:pt idx="20">
                  <c:v>99.92</c:v>
                </c:pt>
                <c:pt idx="21">
                  <c:v>99.08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6A1-467A-90AE-81AB3DFA48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0425952"/>
        <c:axId val="430672512"/>
      </c:lineChart>
      <c:catAx>
        <c:axId val="1314451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14448800"/>
        <c:crosses val="autoZero"/>
        <c:auto val="1"/>
        <c:lblAlgn val="ctr"/>
        <c:lblOffset val="100"/>
        <c:noMultiLvlLbl val="0"/>
      </c:catAx>
      <c:valAx>
        <c:axId val="1314448800"/>
        <c:scaling>
          <c:orientation val="minMax"/>
          <c:max val="20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314451200"/>
        <c:crosses val="autoZero"/>
        <c:crossBetween val="between"/>
      </c:valAx>
      <c:valAx>
        <c:axId val="430672512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280425952"/>
        <c:crosses val="max"/>
        <c:crossBetween val="between"/>
      </c:valAx>
      <c:catAx>
        <c:axId val="28042595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30672512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000" b="1" spc="1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CHART TITLE – CATEGORY 2</a:t>
            </a:r>
          </a:p>
        </c:rich>
      </c:tx>
      <c:layout>
        <c:manualLayout>
          <c:xMode val="edge"/>
          <c:yMode val="edge"/>
          <c:x val="1.9952818256363459E-2"/>
          <c:y val="1.340694131190615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1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100</c:v>
                </c:pt>
                <c:pt idx="1">
                  <c:v>89.470962581548235</c:v>
                </c:pt>
                <c:pt idx="2">
                  <c:v>88.467158247306728</c:v>
                </c:pt>
                <c:pt idx="3">
                  <c:v>101.21568725473043</c:v>
                </c:pt>
                <c:pt idx="4">
                  <c:v>101.36026195415802</c:v>
                </c:pt>
                <c:pt idx="5">
                  <c:v>94.055760241957657</c:v>
                </c:pt>
                <c:pt idx="6">
                  <c:v>94.537705901467234</c:v>
                </c:pt>
                <c:pt idx="7">
                  <c:v>109.62411577973855</c:v>
                </c:pt>
                <c:pt idx="8">
                  <c:v>104.06458869697803</c:v>
                </c:pt>
                <c:pt idx="9">
                  <c:v>93.09574824405729</c:v>
                </c:pt>
                <c:pt idx="10">
                  <c:v>91.242922488564503</c:v>
                </c:pt>
                <c:pt idx="11">
                  <c:v>97.188422026145432</c:v>
                </c:pt>
                <c:pt idx="12">
                  <c:v>95.742135126352892</c:v>
                </c:pt>
                <c:pt idx="13">
                  <c:v>93.341365261079318</c:v>
                </c:pt>
                <c:pt idx="14">
                  <c:v>94.661664208763469</c:v>
                </c:pt>
                <c:pt idx="15">
                  <c:v>99.269137900867349</c:v>
                </c:pt>
                <c:pt idx="16">
                  <c:v>105.047216737071</c:v>
                </c:pt>
                <c:pt idx="17">
                  <c:v>101.73869572824756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DA9-43B6-8F52-18B02438A0A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Sheet1!$C$2:$C$19</c:f>
              <c:numCache>
                <c:formatCode>0.0</c:formatCode>
                <c:ptCount val="18"/>
                <c:pt idx="0">
                  <c:v>100</c:v>
                </c:pt>
                <c:pt idx="1">
                  <c:v>89.516208640701748</c:v>
                </c:pt>
                <c:pt idx="2">
                  <c:v>89.315948050231896</c:v>
                </c:pt>
                <c:pt idx="3">
                  <c:v>103.78147211984803</c:v>
                </c:pt>
                <c:pt idx="4">
                  <c:v>105.51758828357561</c:v>
                </c:pt>
                <c:pt idx="5">
                  <c:v>101.61089430197268</c:v>
                </c:pt>
                <c:pt idx="6">
                  <c:v>104.35566784271914</c:v>
                </c:pt>
                <c:pt idx="7">
                  <c:v>120.19112065307291</c:v>
                </c:pt>
                <c:pt idx="8">
                  <c:v>114.88633874322713</c:v>
                </c:pt>
                <c:pt idx="9">
                  <c:v>106.01178988998645</c:v>
                </c:pt>
                <c:pt idx="10">
                  <c:v>104.35016185633543</c:v>
                </c:pt>
                <c:pt idx="11">
                  <c:v>113.68917998951503</c:v>
                </c:pt>
                <c:pt idx="12">
                  <c:v>114.56942989837128</c:v>
                </c:pt>
                <c:pt idx="13">
                  <c:v>116.6608788262181</c:v>
                </c:pt>
                <c:pt idx="14">
                  <c:v>122.82070109297763</c:v>
                </c:pt>
                <c:pt idx="15">
                  <c:v>132.64475729808663</c:v>
                </c:pt>
                <c:pt idx="16">
                  <c:v>142.96093070047553</c:v>
                </c:pt>
                <c:pt idx="17">
                  <c:v>139.93141900674365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BDA9-43B6-8F52-18B02438A0A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Penetration</c:v>
                </c:pt>
              </c:strCache>
            </c:strRef>
          </c:tx>
          <c:spPr>
            <a:ln w="28575" cap="rnd">
              <a:solidFill>
                <a:schemeClr val="dk1">
                  <a:tint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Sheet1!$D$2:$D$19</c:f>
              <c:numCache>
                <c:formatCode>0.0</c:formatCode>
                <c:ptCount val="18"/>
                <c:pt idx="0">
                  <c:v>100</c:v>
                </c:pt>
                <c:pt idx="1">
                  <c:v>96.237172177879131</c:v>
                </c:pt>
                <c:pt idx="2">
                  <c:v>96.921322690992014</c:v>
                </c:pt>
                <c:pt idx="3">
                  <c:v>98.289623717217793</c:v>
                </c:pt>
                <c:pt idx="4">
                  <c:v>100.57012542759406</c:v>
                </c:pt>
                <c:pt idx="5">
                  <c:v>98.517673888255416</c:v>
                </c:pt>
                <c:pt idx="6">
                  <c:v>99.201824401368299</c:v>
                </c:pt>
                <c:pt idx="7">
                  <c:v>101.59635119726337</c:v>
                </c:pt>
                <c:pt idx="8">
                  <c:v>103.64880273660206</c:v>
                </c:pt>
                <c:pt idx="9">
                  <c:v>100.45610034207525</c:v>
                </c:pt>
                <c:pt idx="10">
                  <c:v>102.16647662485745</c:v>
                </c:pt>
                <c:pt idx="11">
                  <c:v>103.30672748004559</c:v>
                </c:pt>
                <c:pt idx="12">
                  <c:v>104.78905359179021</c:v>
                </c:pt>
                <c:pt idx="13">
                  <c:v>103.64880273660206</c:v>
                </c:pt>
                <c:pt idx="14">
                  <c:v>103.76282782212087</c:v>
                </c:pt>
                <c:pt idx="15">
                  <c:v>103.64880273660206</c:v>
                </c:pt>
                <c:pt idx="16">
                  <c:v>105.0171037628278</c:v>
                </c:pt>
                <c:pt idx="17">
                  <c:v>102.96465222348917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BDA9-43B6-8F52-18B02438A0A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Avg. Volume per Trip</c:v>
                </c:pt>
              </c:strCache>
            </c:strRef>
          </c:tx>
          <c:spPr>
            <a:ln w="28575" cap="rnd">
              <a:solidFill>
                <a:schemeClr val="dk1">
                  <a:tint val="985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Sheet1!$E$2:$E$19</c:f>
              <c:numCache>
                <c:formatCode>0.0</c:formatCode>
                <c:ptCount val="18"/>
                <c:pt idx="0">
                  <c:v>100</c:v>
                </c:pt>
                <c:pt idx="1">
                  <c:v>93.715846994535525</c:v>
                </c:pt>
                <c:pt idx="2">
                  <c:v>90.710382513661187</c:v>
                </c:pt>
                <c:pt idx="3">
                  <c:v>99.726775956284143</c:v>
                </c:pt>
                <c:pt idx="4">
                  <c:v>100</c:v>
                </c:pt>
                <c:pt idx="5">
                  <c:v>90.163934426229503</c:v>
                </c:pt>
                <c:pt idx="6">
                  <c:v>90.437158469945359</c:v>
                </c:pt>
                <c:pt idx="7">
                  <c:v>95.901639344262293</c:v>
                </c:pt>
                <c:pt idx="8">
                  <c:v>92.622950819672127</c:v>
                </c:pt>
                <c:pt idx="9">
                  <c:v>86.885245901639337</c:v>
                </c:pt>
                <c:pt idx="10">
                  <c:v>85.792349726775953</c:v>
                </c:pt>
                <c:pt idx="11">
                  <c:v>92.076502732240442</c:v>
                </c:pt>
                <c:pt idx="12">
                  <c:v>92.34972677595627</c:v>
                </c:pt>
                <c:pt idx="13">
                  <c:v>88.52459016393442</c:v>
                </c:pt>
                <c:pt idx="14">
                  <c:v>87.431693989071036</c:v>
                </c:pt>
                <c:pt idx="15">
                  <c:v>90.437158469945359</c:v>
                </c:pt>
                <c:pt idx="16">
                  <c:v>91.256830601092886</c:v>
                </c:pt>
                <c:pt idx="17">
                  <c:v>88.251366120218577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BDA9-43B6-8F52-18B02438A0A9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Frequency</c:v>
                </c:pt>
              </c:strCache>
            </c:strRef>
          </c:tx>
          <c:spPr>
            <a:ln w="28575" cap="rnd">
              <a:solidFill>
                <a:schemeClr val="dk1">
                  <a:tint val="3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Sheet1!$F$2:$F$19</c:f>
              <c:numCache>
                <c:formatCode>0.0</c:formatCode>
                <c:ptCount val="1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101.81818181818181</c:v>
                </c:pt>
                <c:pt idx="4">
                  <c:v>100</c:v>
                </c:pt>
                <c:pt idx="5">
                  <c:v>103.63636363636364</c:v>
                </c:pt>
                <c:pt idx="6">
                  <c:v>103.63636363636364</c:v>
                </c:pt>
                <c:pt idx="7">
                  <c:v>109.09090909090908</c:v>
                </c:pt>
                <c:pt idx="8">
                  <c:v>105.45454545454544</c:v>
                </c:pt>
                <c:pt idx="9">
                  <c:v>101.81818181818181</c:v>
                </c:pt>
                <c:pt idx="10">
                  <c:v>100</c:v>
                </c:pt>
                <c:pt idx="11">
                  <c:v>96.36363636363636</c:v>
                </c:pt>
                <c:pt idx="12">
                  <c:v>92.72727272727272</c:v>
                </c:pt>
                <c:pt idx="13">
                  <c:v>96.36363636363636</c:v>
                </c:pt>
                <c:pt idx="14">
                  <c:v>98.181818181818187</c:v>
                </c:pt>
                <c:pt idx="15">
                  <c:v>100</c:v>
                </c:pt>
                <c:pt idx="16">
                  <c:v>103.63636363636364</c:v>
                </c:pt>
                <c:pt idx="17">
                  <c:v>105.45454545454544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BDA9-43B6-8F52-18B02438A0A9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Avg. Price</c:v>
                </c:pt>
              </c:strCache>
            </c:strRef>
          </c:tx>
          <c:spPr>
            <a:ln w="28575" cap="rnd">
              <a:solidFill>
                <a:schemeClr val="dk1">
                  <a:tint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Sheet1!$G$2:$G$19</c:f>
              <c:numCache>
                <c:formatCode>0.0</c:formatCode>
                <c:ptCount val="18"/>
                <c:pt idx="0">
                  <c:v>100</c:v>
                </c:pt>
                <c:pt idx="1">
                  <c:v>100</c:v>
                </c:pt>
                <c:pt idx="2">
                  <c:v>101.13207547169812</c:v>
                </c:pt>
                <c:pt idx="3">
                  <c:v>102.26415094339623</c:v>
                </c:pt>
                <c:pt idx="4">
                  <c:v>103.77358490566037</c:v>
                </c:pt>
                <c:pt idx="5">
                  <c:v>105.66037735849056</c:v>
                </c:pt>
                <c:pt idx="6">
                  <c:v>108.30188679245283</c:v>
                </c:pt>
                <c:pt idx="7">
                  <c:v>107.9245283018868</c:v>
                </c:pt>
                <c:pt idx="8">
                  <c:v>109.0566037735849</c:v>
                </c:pt>
                <c:pt idx="9">
                  <c:v>112.07547169811323</c:v>
                </c:pt>
                <c:pt idx="10">
                  <c:v>112.45283018867924</c:v>
                </c:pt>
                <c:pt idx="11">
                  <c:v>116.22641509433961</c:v>
                </c:pt>
                <c:pt idx="12">
                  <c:v>119.62264150943396</c:v>
                </c:pt>
                <c:pt idx="13">
                  <c:v>124.52830188679245</c:v>
                </c:pt>
                <c:pt idx="14">
                  <c:v>129.0566037735849</c:v>
                </c:pt>
                <c:pt idx="15">
                  <c:v>133.96226415094338</c:v>
                </c:pt>
                <c:pt idx="16">
                  <c:v>136.60377358490567</c:v>
                </c:pt>
                <c:pt idx="17">
                  <c:v>138.49056603773585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BDA9-43B6-8F52-18B02438A0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806607"/>
        <c:axId val="321573887"/>
      </c:lineChart>
      <c:catAx>
        <c:axId val="46806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1573887"/>
        <c:crosses val="autoZero"/>
        <c:auto val="1"/>
        <c:lblAlgn val="ctr"/>
        <c:lblOffset val="100"/>
        <c:noMultiLvlLbl val="0"/>
      </c:catAx>
      <c:valAx>
        <c:axId val="321573887"/>
        <c:scaling>
          <c:orientation val="minMax"/>
          <c:max val="250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680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2857943488301253"/>
          <c:w val="0.98777639934491723"/>
          <c:h val="5.4440181026047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1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000" b="1" spc="10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CHART TITLE – CATEGORY ONE</a:t>
            </a:r>
          </a:p>
        </c:rich>
      </c:tx>
      <c:layout>
        <c:manualLayout>
          <c:xMode val="edge"/>
          <c:yMode val="edge"/>
          <c:x val="1.7264474919357557E-2"/>
          <c:y val="2.21870047543581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1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</c:v>
                </c:pt>
              </c:strCache>
            </c:strRef>
          </c:tx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Sheet1!$B$2:$B$19</c:f>
              <c:numCache>
                <c:formatCode>0.0</c:formatCode>
                <c:ptCount val="18"/>
                <c:pt idx="0">
                  <c:v>100</c:v>
                </c:pt>
                <c:pt idx="1">
                  <c:v>85.860698943928554</c:v>
                </c:pt>
                <c:pt idx="2">
                  <c:v>104.17164498376673</c:v>
                </c:pt>
                <c:pt idx="3">
                  <c:v>103.10224822608392</c:v>
                </c:pt>
                <c:pt idx="4">
                  <c:v>91.821990946341728</c:v>
                </c:pt>
                <c:pt idx="5">
                  <c:v>54.637959799568591</c:v>
                </c:pt>
                <c:pt idx="6">
                  <c:v>51.001543848262308</c:v>
                </c:pt>
                <c:pt idx="7">
                  <c:v>65.42864784269257</c:v>
                </c:pt>
                <c:pt idx="8">
                  <c:v>71.063175138807196</c:v>
                </c:pt>
                <c:pt idx="9">
                  <c:v>63.566831931857472</c:v>
                </c:pt>
                <c:pt idx="10">
                  <c:v>81.02960481163683</c:v>
                </c:pt>
                <c:pt idx="11">
                  <c:v>85.926499992688775</c:v>
                </c:pt>
                <c:pt idx="12">
                  <c:v>77.519720267713581</c:v>
                </c:pt>
                <c:pt idx="13">
                  <c:v>86.305481015100284</c:v>
                </c:pt>
                <c:pt idx="14">
                  <c:v>94.075264135786952</c:v>
                </c:pt>
                <c:pt idx="15">
                  <c:v>147.88948442637761</c:v>
                </c:pt>
                <c:pt idx="16">
                  <c:v>160.77807027929362</c:v>
                </c:pt>
                <c:pt idx="17">
                  <c:v>168.97442815586783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BEE-4AA9-972B-26486AA1E2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Sheet1!$C$2:$C$19</c:f>
              <c:numCache>
                <c:formatCode>0.0</c:formatCode>
                <c:ptCount val="18"/>
                <c:pt idx="0">
                  <c:v>100</c:v>
                </c:pt>
                <c:pt idx="1">
                  <c:v>89.77897899914386</c:v>
                </c:pt>
                <c:pt idx="2">
                  <c:v>109.56363209051688</c:v>
                </c:pt>
                <c:pt idx="3">
                  <c:v>109.53032617636691</c:v>
                </c:pt>
                <c:pt idx="4">
                  <c:v>98.914737531266255</c:v>
                </c:pt>
                <c:pt idx="5">
                  <c:v>57.237119978512318</c:v>
                </c:pt>
                <c:pt idx="6">
                  <c:v>55.424707482079604</c:v>
                </c:pt>
                <c:pt idx="7">
                  <c:v>71.230002182343171</c:v>
                </c:pt>
                <c:pt idx="8">
                  <c:v>76.955329114136546</c:v>
                </c:pt>
                <c:pt idx="9">
                  <c:v>68.767043260756438</c:v>
                </c:pt>
                <c:pt idx="10">
                  <c:v>91.821115009484799</c:v>
                </c:pt>
                <c:pt idx="11">
                  <c:v>102.73316657993252</c:v>
                </c:pt>
                <c:pt idx="12">
                  <c:v>91.658480081921795</c:v>
                </c:pt>
                <c:pt idx="13">
                  <c:v>108.43089526431532</c:v>
                </c:pt>
                <c:pt idx="14">
                  <c:v>119.09422686296564</c:v>
                </c:pt>
                <c:pt idx="15">
                  <c:v>189.10278836307475</c:v>
                </c:pt>
                <c:pt idx="16">
                  <c:v>215.19441320149744</c:v>
                </c:pt>
                <c:pt idx="17">
                  <c:v>232.00456613339151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BEE-4AA9-972B-26486AA1E28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Penetration</c:v>
                </c:pt>
              </c:strCache>
            </c:strRef>
          </c:tx>
          <c:spPr>
            <a:ln w="28575" cap="rnd">
              <a:solidFill>
                <a:schemeClr val="dk1">
                  <a:tint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Sheet1!$D$2:$D$19</c:f>
              <c:numCache>
                <c:formatCode>0.0</c:formatCode>
                <c:ptCount val="18"/>
                <c:pt idx="0">
                  <c:v>100</c:v>
                </c:pt>
                <c:pt idx="1">
                  <c:v>96.026490066225165</c:v>
                </c:pt>
                <c:pt idx="2">
                  <c:v>100.66225165562915</c:v>
                </c:pt>
                <c:pt idx="3">
                  <c:v>105.29801324503312</c:v>
                </c:pt>
                <c:pt idx="4">
                  <c:v>103.31125827814569</c:v>
                </c:pt>
                <c:pt idx="5">
                  <c:v>60.264900662251655</c:v>
                </c:pt>
                <c:pt idx="6">
                  <c:v>50.993377483443716</c:v>
                </c:pt>
                <c:pt idx="7">
                  <c:v>72.847682119205302</c:v>
                </c:pt>
                <c:pt idx="8">
                  <c:v>74.83443708609272</c:v>
                </c:pt>
                <c:pt idx="9">
                  <c:v>74.172185430463571</c:v>
                </c:pt>
                <c:pt idx="10">
                  <c:v>83.443708609271525</c:v>
                </c:pt>
                <c:pt idx="11">
                  <c:v>92.05298013245033</c:v>
                </c:pt>
                <c:pt idx="12">
                  <c:v>99.337748344370866</c:v>
                </c:pt>
                <c:pt idx="13">
                  <c:v>105.29801324503312</c:v>
                </c:pt>
                <c:pt idx="14">
                  <c:v>122.51655629139073</c:v>
                </c:pt>
                <c:pt idx="15">
                  <c:v>171.523178807947</c:v>
                </c:pt>
                <c:pt idx="16">
                  <c:v>168.21192052980132</c:v>
                </c:pt>
                <c:pt idx="17">
                  <c:v>174.83443708609272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5BEE-4AA9-972B-26486AA1E28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Avg. Volume per Trip</c:v>
                </c:pt>
              </c:strCache>
            </c:strRef>
          </c:tx>
          <c:spPr>
            <a:ln w="28575" cap="rnd">
              <a:solidFill>
                <a:schemeClr val="dk1">
                  <a:tint val="985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Sheet1!$E$2:$E$19</c:f>
              <c:numCache>
                <c:formatCode>0.0</c:formatCode>
                <c:ptCount val="18"/>
                <c:pt idx="0">
                  <c:v>100</c:v>
                </c:pt>
                <c:pt idx="1">
                  <c:v>90.043290043290042</c:v>
                </c:pt>
                <c:pt idx="2">
                  <c:v>96.103896103896119</c:v>
                </c:pt>
                <c:pt idx="3">
                  <c:v>102.59740259740259</c:v>
                </c:pt>
                <c:pt idx="4">
                  <c:v>95.238095238095241</c:v>
                </c:pt>
                <c:pt idx="5">
                  <c:v>97.835497835497819</c:v>
                </c:pt>
                <c:pt idx="6">
                  <c:v>96.53679653679653</c:v>
                </c:pt>
                <c:pt idx="7">
                  <c:v>91.341991341991331</c:v>
                </c:pt>
                <c:pt idx="8">
                  <c:v>95.670995670995666</c:v>
                </c:pt>
                <c:pt idx="9">
                  <c:v>91.341991341991331</c:v>
                </c:pt>
                <c:pt idx="10">
                  <c:v>101.73160173160174</c:v>
                </c:pt>
                <c:pt idx="11">
                  <c:v>100.86580086580086</c:v>
                </c:pt>
                <c:pt idx="12">
                  <c:v>91.341991341991331</c:v>
                </c:pt>
                <c:pt idx="13">
                  <c:v>93.073593073593059</c:v>
                </c:pt>
                <c:pt idx="14">
                  <c:v>82.251082251082238</c:v>
                </c:pt>
                <c:pt idx="15">
                  <c:v>89.610389610389603</c:v>
                </c:pt>
                <c:pt idx="16">
                  <c:v>94.805194805194802</c:v>
                </c:pt>
                <c:pt idx="17">
                  <c:v>92.20779220779221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5BEE-4AA9-972B-26486AA1E281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Frequency</c:v>
                </c:pt>
              </c:strCache>
            </c:strRef>
          </c:tx>
          <c:spPr>
            <a:ln w="28575" cap="rnd">
              <a:solidFill>
                <a:schemeClr val="dk1">
                  <a:tint val="3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Sheet1!$F$2:$F$19</c:f>
              <c:numCache>
                <c:formatCode>0.0</c:formatCode>
                <c:ptCount val="18"/>
                <c:pt idx="0">
                  <c:v>100</c:v>
                </c:pt>
                <c:pt idx="1">
                  <c:v>95.454545454545453</c:v>
                </c:pt>
                <c:pt idx="2">
                  <c:v>104.54545454545452</c:v>
                </c:pt>
                <c:pt idx="3">
                  <c:v>90.909090909090907</c:v>
                </c:pt>
                <c:pt idx="4">
                  <c:v>90.909090909090907</c:v>
                </c:pt>
                <c:pt idx="5">
                  <c:v>90.909090909090907</c:v>
                </c:pt>
                <c:pt idx="6">
                  <c:v>100</c:v>
                </c:pt>
                <c:pt idx="7">
                  <c:v>95.454545454545453</c:v>
                </c:pt>
                <c:pt idx="8">
                  <c:v>95.454545454545453</c:v>
                </c:pt>
                <c:pt idx="9">
                  <c:v>86.36363636363636</c:v>
                </c:pt>
                <c:pt idx="10">
                  <c:v>90.909090909090907</c:v>
                </c:pt>
                <c:pt idx="11">
                  <c:v>86.36363636363636</c:v>
                </c:pt>
                <c:pt idx="12">
                  <c:v>77.272727272727266</c:v>
                </c:pt>
                <c:pt idx="13">
                  <c:v>81.818181818181813</c:v>
                </c:pt>
                <c:pt idx="14">
                  <c:v>86.36363636363636</c:v>
                </c:pt>
                <c:pt idx="15">
                  <c:v>86.36363636363636</c:v>
                </c:pt>
                <c:pt idx="16">
                  <c:v>90.909090909090907</c:v>
                </c:pt>
                <c:pt idx="17">
                  <c:v>95.454545454545453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5BEE-4AA9-972B-26486AA1E281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Avg. Price</c:v>
                </c:pt>
              </c:strCache>
            </c:strRef>
          </c:tx>
          <c:spPr>
            <a:ln w="28575" cap="rnd">
              <a:solidFill>
                <a:schemeClr val="dk1">
                  <a:tint val="60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Q1-19  </c:v>
                </c:pt>
                <c:pt idx="1">
                  <c:v>Q2-19  </c:v>
                </c:pt>
                <c:pt idx="2">
                  <c:v>Q3-19  </c:v>
                </c:pt>
                <c:pt idx="3">
                  <c:v>Q4-19  </c:v>
                </c:pt>
                <c:pt idx="4">
                  <c:v>Q1-20  </c:v>
                </c:pt>
                <c:pt idx="5">
                  <c:v>Q2-20  </c:v>
                </c:pt>
                <c:pt idx="6">
                  <c:v>Q3-20  </c:v>
                </c:pt>
                <c:pt idx="7">
                  <c:v>Q4-20  </c:v>
                </c:pt>
                <c:pt idx="8">
                  <c:v>Q1-21  </c:v>
                </c:pt>
                <c:pt idx="9">
                  <c:v>Q2-21  </c:v>
                </c:pt>
                <c:pt idx="10">
                  <c:v>Q3-21  </c:v>
                </c:pt>
                <c:pt idx="11">
                  <c:v>Q4-21  </c:v>
                </c:pt>
                <c:pt idx="12">
                  <c:v>Q1-22  </c:v>
                </c:pt>
                <c:pt idx="13">
                  <c:v>Q2-22  </c:v>
                </c:pt>
                <c:pt idx="14">
                  <c:v>Q3-22  </c:v>
                </c:pt>
                <c:pt idx="15">
                  <c:v>Q4-22  </c:v>
                </c:pt>
                <c:pt idx="16">
                  <c:v>Q1-23  </c:v>
                </c:pt>
                <c:pt idx="17">
                  <c:v>Q2-23  </c:v>
                </c:pt>
              </c:strCache>
            </c:strRef>
          </c:cat>
          <c:val>
            <c:numRef>
              <c:f>Sheet1!$G$2:$G$19</c:f>
              <c:numCache>
                <c:formatCode>0.0</c:formatCode>
                <c:ptCount val="18"/>
                <c:pt idx="0">
                  <c:v>100</c:v>
                </c:pt>
                <c:pt idx="1">
                  <c:v>102.48618784530386</c:v>
                </c:pt>
                <c:pt idx="2">
                  <c:v>104.14364640883977</c:v>
                </c:pt>
                <c:pt idx="3">
                  <c:v>104.41988950276242</c:v>
                </c:pt>
                <c:pt idx="4">
                  <c:v>105.52486187845302</c:v>
                </c:pt>
                <c:pt idx="5">
                  <c:v>101.93370165745857</c:v>
                </c:pt>
                <c:pt idx="6">
                  <c:v>105.52486187845302</c:v>
                </c:pt>
                <c:pt idx="7">
                  <c:v>106.07734806629834</c:v>
                </c:pt>
                <c:pt idx="8">
                  <c:v>106.62983425414363</c:v>
                </c:pt>
                <c:pt idx="9">
                  <c:v>105.52486187845302</c:v>
                </c:pt>
                <c:pt idx="10">
                  <c:v>112.15469613259668</c:v>
                </c:pt>
                <c:pt idx="11">
                  <c:v>117.67955801104972</c:v>
                </c:pt>
                <c:pt idx="12">
                  <c:v>115.74585635359117</c:v>
                </c:pt>
                <c:pt idx="13">
                  <c:v>123.48066298342539</c:v>
                </c:pt>
                <c:pt idx="14">
                  <c:v>125.41436464088397</c:v>
                </c:pt>
                <c:pt idx="15">
                  <c:v>127.34806629834254</c:v>
                </c:pt>
                <c:pt idx="16">
                  <c:v>132.87292817679557</c:v>
                </c:pt>
                <c:pt idx="17">
                  <c:v>135.6353591160221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5BEE-4AA9-972B-26486AA1E2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6806607"/>
        <c:axId val="321573887"/>
      </c:lineChart>
      <c:catAx>
        <c:axId val="468066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21573887"/>
        <c:crosses val="autoZero"/>
        <c:auto val="1"/>
        <c:lblAlgn val="ctr"/>
        <c:lblOffset val="100"/>
        <c:noMultiLvlLbl val="0"/>
      </c:catAx>
      <c:valAx>
        <c:axId val="321573887"/>
        <c:scaling>
          <c:orientation val="minMax"/>
        </c:scaling>
        <c:delete val="0"/>
        <c:axPos val="l"/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68066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92857943488301253"/>
          <c:w val="0.98777639934491723"/>
          <c:h val="5.4440181026047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5851176497674611E-2"/>
          <c:y val="3.64004276333703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1875220801243552E-4"/>
          <c:y val="0.29593433018913889"/>
          <c:w val="0.97563339226436074"/>
          <c:h val="0.60651854272177752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Planilha1!$A$4</c:f>
              <c:strCache>
                <c:ptCount val="1"/>
                <c:pt idx="0">
                  <c:v>KPI 3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Planilha1!$B$1:$E$1</c:f>
              <c:strCache>
                <c:ptCount val="4"/>
                <c:pt idx="0">
                  <c:v>Total</c:v>
                </c:pt>
                <c:pt idx="1">
                  <c:v>BRAND_1</c:v>
                </c:pt>
                <c:pt idx="2">
                  <c:v>BRAND_2</c:v>
                </c:pt>
                <c:pt idx="3">
                  <c:v>BRAND_3</c:v>
                </c:pt>
              </c:strCache>
            </c:strRef>
          </c:cat>
          <c:val>
            <c:numRef>
              <c:f>Planilha1!$B$4:$E$4</c:f>
              <c:numCache>
                <c:formatCode>0.0</c:formatCode>
                <c:ptCount val="4"/>
                <c:pt idx="0" formatCode="General">
                  <c:v>20.3</c:v>
                </c:pt>
                <c:pt idx="1">
                  <c:v>25.157846147670938</c:v>
                </c:pt>
                <c:pt idx="2">
                  <c:v>40.214677266595864</c:v>
                </c:pt>
                <c:pt idx="3">
                  <c:v>11.145295231553698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53-4000-B866-2DF4B8DE9490}"/>
            </c:ext>
          </c:extLst>
        </c:ser>
        <c:ser>
          <c:idx val="5"/>
          <c:order val="5"/>
          <c:tx>
            <c:strRef>
              <c:f>Planilha1!$A$7</c:f>
              <c:strCache>
                <c:ptCount val="1"/>
                <c:pt idx="0">
                  <c:v>KPI 6</c:v>
                </c:pt>
              </c:strCache>
            </c:strRef>
          </c:tx>
          <c:spPr>
            <a:solidFill>
              <a:schemeClr val="dk1">
                <a:tint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Planilha1!$B$1:$E$1</c:f>
              <c:strCache>
                <c:ptCount val="4"/>
                <c:pt idx="0">
                  <c:v>Total</c:v>
                </c:pt>
                <c:pt idx="1">
                  <c:v>BRAND_1</c:v>
                </c:pt>
                <c:pt idx="2">
                  <c:v>BRAND_2</c:v>
                </c:pt>
                <c:pt idx="3">
                  <c:v>BRAND_3</c:v>
                </c:pt>
              </c:strCache>
            </c:strRef>
          </c:cat>
          <c:val>
            <c:numRef>
              <c:f>Planilha1!$B$7:$E$7</c:f>
              <c:numCache>
                <c:formatCode>0.0</c:formatCode>
                <c:ptCount val="4"/>
                <c:pt idx="0" formatCode="General">
                  <c:v>0</c:v>
                </c:pt>
                <c:pt idx="1">
                  <c:v>-7.6923076923076987</c:v>
                </c:pt>
                <c:pt idx="2">
                  <c:v>-5.8823529411764719</c:v>
                </c:pt>
                <c:pt idx="3">
                  <c:v>9.0909090909090828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53-4000-B866-2DF4B8DE9490}"/>
            </c:ext>
          </c:extLst>
        </c:ser>
        <c:ser>
          <c:idx val="7"/>
          <c:order val="7"/>
          <c:tx>
            <c:strRef>
              <c:f>Planilha1!$A$9</c:f>
              <c:strCache>
                <c:ptCount val="1"/>
                <c:pt idx="0">
                  <c:v>KPI 8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Planilha1!$B$1:$E$1</c:f>
              <c:strCache>
                <c:ptCount val="4"/>
                <c:pt idx="0">
                  <c:v>Total</c:v>
                </c:pt>
                <c:pt idx="1">
                  <c:v>BRAND_1</c:v>
                </c:pt>
                <c:pt idx="2">
                  <c:v>BRAND_2</c:v>
                </c:pt>
                <c:pt idx="3">
                  <c:v>BRAND_3</c:v>
                </c:pt>
              </c:strCache>
            </c:strRef>
          </c:cat>
          <c:val>
            <c:numRef>
              <c:f>Planilha1!$B$9:$E$9</c:f>
              <c:numCache>
                <c:formatCode>0.0</c:formatCode>
                <c:ptCount val="4"/>
                <c:pt idx="0" formatCode="General">
                  <c:v>-8.6999999999999993</c:v>
                </c:pt>
                <c:pt idx="1">
                  <c:v>-5.555555555555558</c:v>
                </c:pt>
                <c:pt idx="2">
                  <c:v>-6.25</c:v>
                </c:pt>
                <c:pt idx="3">
                  <c:v>-16.666666666666675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53-4000-B866-2DF4B8DE9490}"/>
            </c:ext>
          </c:extLst>
        </c:ser>
        <c:ser>
          <c:idx val="8"/>
          <c:order val="8"/>
          <c:tx>
            <c:strRef>
              <c:f>Planilha1!$A$10</c:f>
              <c:strCache>
                <c:ptCount val="1"/>
                <c:pt idx="0">
                  <c:v>KPI 9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Planilha1!$B$1:$E$1</c:f>
              <c:strCache>
                <c:ptCount val="4"/>
                <c:pt idx="0">
                  <c:v>Total</c:v>
                </c:pt>
                <c:pt idx="1">
                  <c:v>BRAND_1</c:v>
                </c:pt>
                <c:pt idx="2">
                  <c:v>BRAND_2</c:v>
                </c:pt>
                <c:pt idx="3">
                  <c:v>BRAND_3</c:v>
                </c:pt>
              </c:strCache>
            </c:strRef>
          </c:cat>
          <c:val>
            <c:numRef>
              <c:f>Planilha1!$B$10:$E$10</c:f>
              <c:numCache>
                <c:formatCode>0.0</c:formatCode>
                <c:ptCount val="4"/>
                <c:pt idx="0" formatCode="General">
                  <c:v>4.8</c:v>
                </c:pt>
                <c:pt idx="1">
                  <c:v>2.3258283772302546</c:v>
                </c:pt>
                <c:pt idx="2">
                  <c:v>3.1966224366706708</c:v>
                </c:pt>
                <c:pt idx="3">
                  <c:v>8.7838796651057205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753-4000-B866-2DF4B8DE94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645836543"/>
        <c:axId val="1645847103"/>
        <c:extLst>
          <c:ext xmlns:c15="http://schemas.microsoft.com/office/drawing/2012/chart" uri="{02D57815-91ED-43cb-92C2-25804820EDAC}">
            <c15:filteredBarSeries>
              <c15:ser>
                <c:idx val="3"/>
                <c:order val="3"/>
                <c:tx>
                  <c:strRef>
                    <c:extLst>
                      <c:ext uri="{02D57815-91ED-43cb-92C2-25804820EDAC}">
                        <c15:formulaRef>
                          <c15:sqref>Planilha1!$A$5</c15:sqref>
                        </c15:formulaRef>
                      </c:ext>
                    </c:extLst>
                    <c:strCache>
                      <c:ptCount val="1"/>
                      <c:pt idx="0">
                        <c:v>KPI 4</c:v>
                      </c:pt>
                    </c:strCache>
                  </c:strRef>
                </c:tx>
                <c:spPr>
                  <a:solidFill>
                    <a:schemeClr val="dk1">
                      <a:tint val="985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Planilha1!$B$1:$E$1</c15:sqref>
                        </c15:formulaRef>
                      </c:ext>
                    </c:extLst>
                    <c:strCache>
                      <c:ptCount val="4"/>
                      <c:pt idx="0">
                        <c:v>Total</c:v>
                      </c:pt>
                      <c:pt idx="1">
                        <c:v>BRAND_1</c:v>
                      </c:pt>
                      <c:pt idx="2">
                        <c:v>BRAND_2</c:v>
                      </c:pt>
                      <c:pt idx="3">
                        <c:v>BRAND_3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Planilha1!$B$5:$E$5</c15:sqref>
                        </c15:formulaRef>
                      </c:ext>
                    </c:extLst>
                    <c:numCache>
                      <c:formatCode>0.0</c:formatCode>
                      <c:ptCount val="4"/>
                      <c:pt idx="0" formatCode="General">
                        <c:v>-6.5</c:v>
                      </c:pt>
                      <c:pt idx="1">
                        <c:v>-8.6956521739130483</c:v>
                      </c:pt>
                      <c:pt idx="2">
                        <c:v>-11.111111111111116</c:v>
                      </c:pt>
                      <c:pt idx="3">
                        <c:v>-9.5238095238095237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9753-4000-B866-2DF4B8DE9490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Planilha1!$A$6</c15:sqref>
                        </c15:formulaRef>
                      </c:ext>
                    </c:extLst>
                    <c:strCache>
                      <c:ptCount val="1"/>
                      <c:pt idx="0">
                        <c:v>KPI 5</c:v>
                      </c:pt>
                    </c:strCache>
                  </c:strRef>
                </c:tx>
                <c:spPr>
                  <a:solidFill>
                    <a:schemeClr val="dk1">
                      <a:tint val="3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Planilha1!$B$1:$E$1</c15:sqref>
                        </c15:formulaRef>
                      </c:ext>
                    </c:extLst>
                    <c:strCache>
                      <c:ptCount val="4"/>
                      <c:pt idx="0">
                        <c:v>Total</c:v>
                      </c:pt>
                      <c:pt idx="1">
                        <c:v>BRAND_1</c:v>
                      </c:pt>
                      <c:pt idx="2">
                        <c:v>BRAND_2</c:v>
                      </c:pt>
                      <c:pt idx="3">
                        <c:v>BRAND_3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Planilha1!$B$6:$E$6</c15:sqref>
                        </c15:formulaRef>
                      </c:ext>
                    </c:extLst>
                    <c:numCache>
                      <c:formatCode>0.0</c:formatCode>
                      <c:ptCount val="4"/>
                      <c:pt idx="0" formatCode="General">
                        <c:v>-1.1000000000000001</c:v>
                      </c:pt>
                      <c:pt idx="1">
                        <c:v>-6.4627528367044889</c:v>
                      </c:pt>
                      <c:pt idx="2">
                        <c:v>-11.220249338874188</c:v>
                      </c:pt>
                      <c:pt idx="3">
                        <c:v>3.4609720176730585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9753-4000-B866-2DF4B8DE9490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Planilha1!$A$8</c15:sqref>
                        </c15:formulaRef>
                      </c:ext>
                    </c:extLst>
                    <c:strCache>
                      <c:ptCount val="1"/>
                      <c:pt idx="0">
                        <c:v>KPI 7</c:v>
                      </c:pt>
                    </c:strCache>
                  </c:strRef>
                </c:tx>
                <c:spPr>
                  <a:solidFill>
                    <a:schemeClr val="dk1">
                      <a:tint val="8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Planilha1!$B$1:$E$1</c15:sqref>
                        </c15:formulaRef>
                      </c:ext>
                    </c:extLst>
                    <c:strCache>
                      <c:ptCount val="4"/>
                      <c:pt idx="0">
                        <c:v>Total</c:v>
                      </c:pt>
                      <c:pt idx="1">
                        <c:v>BRAND_1</c:v>
                      </c:pt>
                      <c:pt idx="2">
                        <c:v>BRAND_2</c:v>
                      </c:pt>
                      <c:pt idx="3">
                        <c:v>BRAND_3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Planilha1!$B$8:$E$8</c15:sqref>
                        </c15:formulaRef>
                      </c:ext>
                    </c:extLst>
                    <c:numCache>
                      <c:formatCode>0.0</c:formatCode>
                      <c:ptCount val="4"/>
                      <c:pt idx="0" formatCode="General">
                        <c:v>5.5</c:v>
                      </c:pt>
                      <c:pt idx="1">
                        <c:v>-1.5679442508710784</c:v>
                      </c:pt>
                      <c:pt idx="2">
                        <c:v>-1.992528019925266</c:v>
                      </c:pt>
                      <c:pt idx="3">
                        <c:v>19.710906701708275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9753-4000-B866-2DF4B8DE9490}"/>
                  </c:ext>
                </c:extLst>
              </c15:ser>
            </c15:filteredBarSeries>
          </c:ext>
        </c:extLst>
      </c:barChart>
      <c:lineChart>
        <c:grouping val="standard"/>
        <c:varyColors val="0"/>
        <c:ser>
          <c:idx val="0"/>
          <c:order val="0"/>
          <c:tx>
            <c:strRef>
              <c:f>Planilha1!$A$2</c:f>
              <c:strCache>
                <c:ptCount val="1"/>
                <c:pt idx="0">
                  <c:v>KPI 1</c:v>
                </c:pt>
              </c:strCache>
            </c:strRef>
          </c:tx>
          <c:spPr>
            <a:ln w="28575" cap="rnd">
              <a:solidFill>
                <a:schemeClr val="dk1">
                  <a:tint val="885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Planilha1!$B$1:$E$1</c:f>
              <c:strCache>
                <c:ptCount val="4"/>
                <c:pt idx="0">
                  <c:v>Total</c:v>
                </c:pt>
                <c:pt idx="1">
                  <c:v>BRAND_1</c:v>
                </c:pt>
                <c:pt idx="2">
                  <c:v>BRAND_2</c:v>
                </c:pt>
                <c:pt idx="3">
                  <c:v>BRAND_3</c:v>
                </c:pt>
              </c:strCache>
            </c:strRef>
          </c:cat>
          <c:val>
            <c:numRef>
              <c:f>Planilha1!$B$2:$E$2</c:f>
              <c:numCache>
                <c:formatCode>0.0</c:formatCode>
                <c:ptCount val="4"/>
                <c:pt idx="0" formatCode="General">
                  <c:v>15.7</c:v>
                </c:pt>
                <c:pt idx="1">
                  <c:v>15.400040812829019</c:v>
                </c:pt>
                <c:pt idx="2">
                  <c:v>27.453504041044717</c:v>
                </c:pt>
                <c:pt idx="3">
                  <c:v>5.5977333178415911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9753-4000-B866-2DF4B8DE9490}"/>
            </c:ext>
          </c:extLst>
        </c:ser>
        <c:ser>
          <c:idx val="1"/>
          <c:order val="1"/>
          <c:tx>
            <c:strRef>
              <c:f>Planilha1!$A$3</c:f>
              <c:strCache>
                <c:ptCount val="1"/>
                <c:pt idx="0">
                  <c:v>KPI 2</c:v>
                </c:pt>
              </c:strCache>
            </c:strRef>
          </c:tx>
          <c:spPr>
            <a:ln w="28575" cap="rnd">
              <a:solidFill>
                <a:schemeClr val="dk1">
                  <a:tint val="5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Planilha1!$B$1:$E$1</c:f>
              <c:strCache>
                <c:ptCount val="4"/>
                <c:pt idx="0">
                  <c:v>Total</c:v>
                </c:pt>
                <c:pt idx="1">
                  <c:v>BRAND_1</c:v>
                </c:pt>
                <c:pt idx="2">
                  <c:v>BRAND_2</c:v>
                </c:pt>
                <c:pt idx="3">
                  <c:v>BRAND_3</c:v>
                </c:pt>
              </c:strCache>
            </c:strRef>
          </c:cat>
          <c:val>
            <c:numRef>
              <c:f>Planilha1!$B$3:$E$3</c:f>
              <c:numCache>
                <c:formatCode>0.0</c:formatCode>
                <c:ptCount val="4"/>
                <c:pt idx="0" formatCode="General">
                  <c:v>22.1</c:v>
                </c:pt>
                <c:pt idx="1">
                  <c:v>20.251970239077032</c:v>
                </c:pt>
                <c:pt idx="2">
                  <c:v>27.836658821413039</c:v>
                </c:pt>
                <c:pt idx="3">
                  <c:v>18.082741090754539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9753-4000-B866-2DF4B8DE94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41944367"/>
        <c:axId val="1341939567"/>
      </c:lineChart>
      <c:catAx>
        <c:axId val="1645836543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847103"/>
        <c:crosses val="autoZero"/>
        <c:auto val="1"/>
        <c:lblAlgn val="ctr"/>
        <c:lblOffset val="100"/>
        <c:noMultiLvlLbl val="0"/>
      </c:catAx>
      <c:valAx>
        <c:axId val="1645847103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645836543"/>
        <c:crosses val="autoZero"/>
        <c:crossBetween val="between"/>
      </c:valAx>
      <c:valAx>
        <c:axId val="1341939567"/>
        <c:scaling>
          <c:orientation val="minMax"/>
        </c:scaling>
        <c:delete val="1"/>
        <c:axPos val="r"/>
        <c:numFmt formatCode="General" sourceLinked="1"/>
        <c:majorTickMark val="out"/>
        <c:minorTickMark val="none"/>
        <c:tickLblPos val="nextTo"/>
        <c:crossAx val="1341944367"/>
        <c:crosses val="max"/>
        <c:crossBetween val="between"/>
      </c:valAx>
      <c:catAx>
        <c:axId val="1341944367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341939567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0.15016294207172889"/>
          <c:w val="1"/>
          <c:h val="0.1137398526994642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200" b="0" dirty="0"/>
              <a:t>KPI’S PERFORMANCE</a:t>
            </a:r>
          </a:p>
        </c:rich>
      </c:tx>
      <c:layout>
        <c:manualLayout>
          <c:xMode val="edge"/>
          <c:yMode val="edge"/>
          <c:x val="0.41785859803580988"/>
          <c:y val="2.638524254686150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7.8229753924363266E-2"/>
          <c:y val="0.1179432354993873"/>
          <c:w val="0.89812288846889576"/>
          <c:h val="0.77884894854971443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Planilha1!$A$2</c:f>
              <c:strCache>
                <c:ptCount val="1"/>
                <c:pt idx="0">
                  <c:v>Penetração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Planilha1!$B$1:$I$1</c:f>
              <c:strCache>
                <c:ptCount val="8"/>
                <c:pt idx="0">
                  <c:v> 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</c:strCache>
            </c:strRef>
          </c:cat>
          <c:val>
            <c:numRef>
              <c:f>Planilha1!$B$2:$I$2</c:f>
              <c:numCache>
                <c:formatCode>0.0%</c:formatCode>
                <c:ptCount val="8"/>
                <c:pt idx="0">
                  <c:v>7.0000000000000007E-2</c:v>
                </c:pt>
                <c:pt idx="1">
                  <c:v>0.124</c:v>
                </c:pt>
                <c:pt idx="2">
                  <c:v>-3.7999999999999999E-2</c:v>
                </c:pt>
                <c:pt idx="3">
                  <c:v>6.9371727748691159E-2</c:v>
                </c:pt>
                <c:pt idx="4">
                  <c:v>4.6717171717171713E-2</c:v>
                </c:pt>
                <c:pt idx="5">
                  <c:v>7.6015727391874233E-2</c:v>
                </c:pt>
                <c:pt idx="6">
                  <c:v>8.2070707070706961E-2</c:v>
                </c:pt>
                <c:pt idx="7">
                  <c:v>3.0383091149273511E-2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D-4B7C-B3E4-0BEC42FD2176}"/>
            </c:ext>
          </c:extLst>
        </c:ser>
        <c:ser>
          <c:idx val="2"/>
          <c:order val="1"/>
          <c:tx>
            <c:strRef>
              <c:f>Planilha1!$A$3</c:f>
              <c:strCache>
                <c:ptCount val="1"/>
                <c:pt idx="0">
                  <c:v>Frequência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Planilha1!$B$1:$I$1</c:f>
              <c:strCache>
                <c:ptCount val="8"/>
                <c:pt idx="0">
                  <c:v> 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</c:strCache>
            </c:strRef>
          </c:cat>
          <c:val>
            <c:numRef>
              <c:f>Planilha1!$B$3:$I$3</c:f>
              <c:numCache>
                <c:formatCode>0.0%</c:formatCode>
                <c:ptCount val="8"/>
                <c:pt idx="0">
                  <c:v>3.3000000000000002E-2</c:v>
                </c:pt>
                <c:pt idx="1">
                  <c:v>0.107</c:v>
                </c:pt>
                <c:pt idx="2">
                  <c:v>3.2000000000000001E-2</c:v>
                </c:pt>
                <c:pt idx="3">
                  <c:v>0</c:v>
                </c:pt>
                <c:pt idx="4">
                  <c:v>3.1249999999999778E-2</c:v>
                </c:pt>
                <c:pt idx="5">
                  <c:v>-3.2258064516129115E-2</c:v>
                </c:pt>
                <c:pt idx="6">
                  <c:v>9.6774193548387011E-2</c:v>
                </c:pt>
                <c:pt idx="7">
                  <c:v>3.4482758620689724E-2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9D-4B7C-B3E4-0BEC42FD2176}"/>
            </c:ext>
          </c:extLst>
        </c:ser>
        <c:ser>
          <c:idx val="1"/>
          <c:order val="2"/>
          <c:tx>
            <c:strRef>
              <c:f>Planilha1!$A$4</c:f>
              <c:strCache>
                <c:ptCount val="1"/>
                <c:pt idx="0">
                  <c:v>Volume/ Viagem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Planilha1!$B$1:$I$1</c:f>
              <c:strCache>
                <c:ptCount val="8"/>
                <c:pt idx="0">
                  <c:v> 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</c:strCache>
            </c:strRef>
          </c:cat>
          <c:val>
            <c:numRef>
              <c:f>Planilha1!$B$4:$I$4</c:f>
              <c:numCache>
                <c:formatCode>0.0%</c:formatCode>
                <c:ptCount val="8"/>
                <c:pt idx="0">
                  <c:v>-9.7000000000000003E-2</c:v>
                </c:pt>
                <c:pt idx="1">
                  <c:v>-4.2000000000000003E-2</c:v>
                </c:pt>
                <c:pt idx="2">
                  <c:v>-0.13</c:v>
                </c:pt>
                <c:pt idx="3">
                  <c:v>-4.5454545454545525E-2</c:v>
                </c:pt>
                <c:pt idx="4">
                  <c:v>-3.3898305084745783E-2</c:v>
                </c:pt>
                <c:pt idx="5">
                  <c:v>-0.11594202898550721</c:v>
                </c:pt>
                <c:pt idx="6">
                  <c:v>-0.10769230769230775</c:v>
                </c:pt>
                <c:pt idx="7">
                  <c:v>-9.3750000000000111E-2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9D-4B7C-B3E4-0BEC42FD2176}"/>
            </c:ext>
          </c:extLst>
        </c:ser>
        <c:ser>
          <c:idx val="3"/>
          <c:order val="3"/>
          <c:tx>
            <c:strRef>
              <c:f>Planilha1!$A$5</c:f>
              <c:strCache>
                <c:ptCount val="1"/>
                <c:pt idx="0">
                  <c:v>Preço Médio</c:v>
                </c:pt>
              </c:strCache>
            </c:strRef>
          </c:tx>
          <c:spPr>
            <a:solidFill>
              <a:schemeClr val="dk1">
                <a:tint val="98500"/>
              </a:schemeClr>
            </a:solidFill>
            <a:ln>
              <a:noFill/>
            </a:ln>
            <a:effectLst/>
          </c:spPr>
          <c:invertIfNegative val="0"/>
          <c:cat>
            <c:strRef>
              <c:f>Planilha1!$B$1:$I$1</c:f>
              <c:strCache>
                <c:ptCount val="8"/>
                <c:pt idx="0">
                  <c:v> </c:v>
                </c:pt>
                <c:pt idx="1">
                  <c:v>  </c:v>
                </c:pt>
                <c:pt idx="2">
                  <c:v>   </c:v>
                </c:pt>
                <c:pt idx="3">
                  <c:v>    </c:v>
                </c:pt>
                <c:pt idx="4">
                  <c:v>     </c:v>
                </c:pt>
                <c:pt idx="5">
                  <c:v>      </c:v>
                </c:pt>
                <c:pt idx="6">
                  <c:v>       </c:v>
                </c:pt>
                <c:pt idx="7">
                  <c:v>        </c:v>
                </c:pt>
              </c:strCache>
            </c:strRef>
          </c:cat>
          <c:val>
            <c:numRef>
              <c:f>Planilha1!$B$5:$I$5</c:f>
              <c:numCache>
                <c:formatCode>0.0%</c:formatCode>
                <c:ptCount val="8"/>
                <c:pt idx="0">
                  <c:v>0.13400000000000001</c:v>
                </c:pt>
                <c:pt idx="1">
                  <c:v>0.121</c:v>
                </c:pt>
                <c:pt idx="2">
                  <c:v>0.13200000000000001</c:v>
                </c:pt>
                <c:pt idx="3">
                  <c:v>0.1705115346038113</c:v>
                </c:pt>
                <c:pt idx="4">
                  <c:v>0.1182065217391306</c:v>
                </c:pt>
                <c:pt idx="5">
                  <c:v>0.15697674418604635</c:v>
                </c:pt>
                <c:pt idx="6">
                  <c:v>0.11421800947867289</c:v>
                </c:pt>
                <c:pt idx="7">
                  <c:v>0.11013645224171542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49D-4B7C-B3E4-0BEC42FD21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88238040"/>
        <c:axId val="588238696"/>
      </c:barChart>
      <c:catAx>
        <c:axId val="58823804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588238696"/>
        <c:crosses val="autoZero"/>
        <c:auto val="1"/>
        <c:lblAlgn val="ctr"/>
        <c:lblOffset val="100"/>
        <c:noMultiLvlLbl val="0"/>
      </c:catAx>
      <c:valAx>
        <c:axId val="588238696"/>
        <c:scaling>
          <c:orientation val="minMax"/>
        </c:scaling>
        <c:delete val="1"/>
        <c:axPos val="t"/>
        <c:numFmt formatCode="0%" sourceLinked="1"/>
        <c:majorTickMark val="out"/>
        <c:minorTickMark val="none"/>
        <c:tickLblPos val="nextTo"/>
        <c:crossAx val="5882380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200" dirty="0"/>
              <a:t>VARIATION</a:t>
            </a:r>
            <a:r>
              <a:rPr lang="pt-BR" sz="1200" baseline="0" dirty="0"/>
              <a:t> &amp; CONTRIBUTION</a:t>
            </a:r>
            <a:endParaRPr lang="pt-BR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Var VOL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97-4950-8A51-50C5E25144F7}"/>
              </c:ext>
            </c:extLst>
          </c:dPt>
          <c:dPt>
            <c:idx val="1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97-4950-8A51-50C5E25144F7}"/>
              </c:ext>
            </c:extLst>
          </c:dPt>
          <c:dPt>
            <c:idx val="2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97-4950-8A51-50C5E25144F7}"/>
              </c:ext>
            </c:extLst>
          </c:dPt>
          <c:dPt>
            <c:idx val="3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F97-4950-8A51-50C5E25144F7}"/>
              </c:ext>
            </c:extLst>
          </c:dPt>
          <c:dPt>
            <c:idx val="4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F97-4950-8A51-50C5E25144F7}"/>
              </c:ext>
            </c:extLst>
          </c:dPt>
          <c:dPt>
            <c:idx val="6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F97-4950-8A51-50C5E25144F7}"/>
              </c:ext>
            </c:extLst>
          </c:dPt>
          <c:dPt>
            <c:idx val="7"/>
            <c:invertIfNegative val="0"/>
            <c:bubble3D val="0"/>
            <c:spPr>
              <a:solidFill>
                <a:schemeClr val="dk1">
                  <a:tint val="885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5F97-4950-8A51-50C5E25144F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Planilha1!$A$2:$A$9</c:f>
              <c:numCache>
                <c:formatCode>General</c:formatCode>
                <c:ptCount val="8"/>
              </c:numCache>
            </c:numRef>
          </c:cat>
          <c:val>
            <c:numRef>
              <c:f>Planilha1!$B$2:$B$9</c:f>
              <c:numCache>
                <c:formatCode>0.0%</c:formatCode>
                <c:ptCount val="8"/>
                <c:pt idx="0">
                  <c:v>0.05</c:v>
                </c:pt>
                <c:pt idx="1">
                  <c:v>0.19800000000000001</c:v>
                </c:pt>
                <c:pt idx="2">
                  <c:v>-0.13200000000000001</c:v>
                </c:pt>
                <c:pt idx="3">
                  <c:v>4.9000000000000002E-2</c:v>
                </c:pt>
                <c:pt idx="4">
                  <c:v>4.1000000000000002E-2</c:v>
                </c:pt>
                <c:pt idx="5">
                  <c:v>-4.8000000000000001E-2</c:v>
                </c:pt>
                <c:pt idx="6">
                  <c:v>4.3999999999999997E-2</c:v>
                </c:pt>
                <c:pt idx="7">
                  <c:v>0.109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5F97-4950-8A51-50C5E25144F7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Contr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Planilha1!$A$2:$A$9</c:f>
              <c:numCache>
                <c:formatCode>General</c:formatCode>
                <c:ptCount val="8"/>
              </c:numCache>
            </c:numRef>
          </c:cat>
          <c:val>
            <c:numRef>
              <c:f>Planilha1!$C$2:$C$9</c:f>
              <c:numCache>
                <c:formatCode>0.0%</c:formatCode>
                <c:ptCount val="8"/>
                <c:pt idx="1">
                  <c:v>3.9E-2</c:v>
                </c:pt>
                <c:pt idx="2">
                  <c:v>-1.4E-2</c:v>
                </c:pt>
                <c:pt idx="3">
                  <c:v>8.0000000000000002E-3</c:v>
                </c:pt>
                <c:pt idx="4">
                  <c:v>4.0000000000000001E-3</c:v>
                </c:pt>
                <c:pt idx="5">
                  <c:v>-8.0000000000000002E-3</c:v>
                </c:pt>
                <c:pt idx="6">
                  <c:v>7.0000000000000001E-3</c:v>
                </c:pt>
                <c:pt idx="7">
                  <c:v>1.4999999999999999E-2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5F97-4950-8A51-50C5E25144F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52739248"/>
        <c:axId val="452739576"/>
      </c:barChart>
      <c:catAx>
        <c:axId val="4527392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52739576"/>
        <c:crosses val="autoZero"/>
        <c:auto val="1"/>
        <c:lblAlgn val="ctr"/>
        <c:lblOffset val="100"/>
        <c:noMultiLvlLbl val="0"/>
      </c:catAx>
      <c:valAx>
        <c:axId val="452739576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4527392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277555615949057"/>
          <c:y val="0.91597902097902106"/>
          <c:w val="0.56697771120508211"/>
          <c:h val="5.79729414164378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50"/>
      </a:pPr>
      <a:endParaRPr lang="pt-B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F638-4E57-90A5-AF43BB8E0A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2B58-4C5F-8CB4-DF55EF87AB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AACA-4800-947D-E7A4D3328B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39FF-403B-B162-687F3BDD99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B002-47C0-9F36-567CB9AED2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C33B-4FDC-AA39-6090A24A0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82AC-4929-96DB-74DB2394F5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5C46-4C71-AEAB-4A027C8BC0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1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D956-4B18-BFCE-AAA879E0E2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2996446889616182"/>
          <c:y val="4.4351848150960826E-2"/>
          <c:w val="0.487309553926977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C448-41FB-8608-4940A9AA3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one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6930218780501559"/>
          <c:y val="4.1666666666666664E-2"/>
          <c:w val="0.36613508104364684"/>
          <c:h val="0.9558690950433226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Serie 1</c:v>
                </c:pt>
              </c:strCache>
            </c:strRef>
          </c:tx>
          <c:spPr>
            <a:solidFill>
              <a:srgbClr val="5F5F5F"/>
            </a:solidFill>
            <a:ln>
              <a:noFill/>
            </a:ln>
            <a:effectLst/>
          </c:spPr>
          <c:invertIfNegative val="1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non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endParaRPr lang="es-MX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cat>
            <c:strRef>
              <c:f>Hoja1!$A$2:$A$8</c:f>
              <c:strCache>
                <c:ptCount val="7"/>
                <c:pt idx="0">
                  <c:v>T.Category</c:v>
                </c:pt>
                <c:pt idx="1">
                  <c:v>Category 1</c:v>
                </c:pt>
                <c:pt idx="2">
                  <c:v>Category 2</c:v>
                </c:pt>
                <c:pt idx="3">
                  <c:v>Category 3</c:v>
                </c:pt>
                <c:pt idx="4">
                  <c:v>Category 4</c:v>
                </c:pt>
                <c:pt idx="5">
                  <c:v>Category 5</c:v>
                </c:pt>
                <c:pt idx="6">
                  <c:v>Category 6</c:v>
                </c:pt>
              </c:strCache>
            </c:strRef>
          </c:cat>
          <c:val>
            <c:numRef>
              <c:f>Hoja1!$B$2:$B$8</c:f>
              <c:numCache>
                <c:formatCode>0.0%</c:formatCode>
                <c:ptCount val="7"/>
                <c:pt idx="0">
                  <c:v>8.1220653332650175E-2</c:v>
                </c:pt>
                <c:pt idx="1">
                  <c:v>1.2074192658619177E-3</c:v>
                </c:pt>
                <c:pt idx="2">
                  <c:v>2.4512132825349014E-2</c:v>
                </c:pt>
                <c:pt idx="3">
                  <c:v>1.9310093804021506E-2</c:v>
                </c:pt>
                <c:pt idx="4">
                  <c:v>6.4937331652884537E-3</c:v>
                </c:pt>
                <c:pt idx="5">
                  <c:v>2.122692720801778E-2</c:v>
                </c:pt>
                <c:pt idx="6">
                  <c:v>8.4704890605362716E-3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  <a:effectLst/>
                </c14:spPr>
              </c14:invertSolidFillFmt>
            </c:ext>
            <c:ext xmlns:c16="http://schemas.microsoft.com/office/drawing/2014/chart" uri="{C3380CC4-5D6E-409C-BE32-E72D297353CC}">
              <c16:uniqueId val="{00000000-B457-4787-BEC7-342B0B94DE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1496101776"/>
        <c:axId val="1496093136"/>
      </c:barChart>
      <c:catAx>
        <c:axId val="149610177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s-MX"/>
          </a:p>
        </c:txPr>
        <c:crossAx val="1496093136"/>
        <c:crosses val="autoZero"/>
        <c:auto val="1"/>
        <c:lblAlgn val="ctr"/>
        <c:lblOffset val="0"/>
        <c:noMultiLvlLbl val="0"/>
      </c:catAx>
      <c:valAx>
        <c:axId val="1496093136"/>
        <c:scaling>
          <c:orientation val="minMax"/>
          <c:min val="-0.1"/>
        </c:scaling>
        <c:delete val="0"/>
        <c:axPos val="t"/>
        <c:majorGridlines>
          <c:spPr>
            <a:ln w="9525" cap="flat" cmpd="sng" algn="ctr">
              <a:noFill/>
              <a:prstDash val="solid"/>
              <a:round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333333">
                      <a:lumMod val="15000"/>
                      <a:lumOff val="85000"/>
                    </a:srgbClr>
                  </a:solidFill>
                  <a:round/>
                </a14:hiddenLine>
              </a:ext>
            </a:extLst>
          </c:spPr>
        </c:majorGridlines>
        <c:numFmt formatCode="0.0%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bg1"/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1496101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layout>
        <c:manualLayout>
          <c:xMode val="edge"/>
          <c:yMode val="edge"/>
          <c:x val="1.3847138974213805E-2"/>
          <c:y val="1.7141148812390577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7.2797146159731776E-2"/>
          <c:y val="0.11770772901598334"/>
          <c:w val="0.91686661363238597"/>
          <c:h val="0.74892940928496876"/>
        </c:manualLayout>
      </c:layout>
      <c:bubbleChart>
        <c:varyColors val="0"/>
        <c:ser>
          <c:idx val="2"/>
          <c:order val="0"/>
          <c:tx>
            <c:strRef>
              <c:f>Hoja1!$A$2</c:f>
              <c:strCache>
                <c:ptCount val="1"/>
                <c:pt idx="0">
                  <c:v>Brand 1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FFA6-4593-9527-F4F12D4F1071}"/>
              </c:ext>
            </c:extLst>
          </c:dPt>
          <c:dLbls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Hoja1!$B$2</c:f>
              <c:numCache>
                <c:formatCode>General</c:formatCode>
                <c:ptCount val="1"/>
                <c:pt idx="0">
                  <c:v>-2.0999999999999996</c:v>
                </c:pt>
              </c:numCache>
            </c:numRef>
          </c:xVal>
          <c:yVal>
            <c:numRef>
              <c:f>Hoja1!$C$2</c:f>
              <c:numCache>
                <c:formatCode>0.0%</c:formatCode>
                <c:ptCount val="1"/>
                <c:pt idx="0">
                  <c:v>7.1428571428571397E-2</c:v>
                </c:pt>
              </c:numCache>
            </c:numRef>
          </c:yVal>
          <c:bubbleSize>
            <c:numRef>
              <c:f>Hoja1!$D$2</c:f>
              <c:numCache>
                <c:formatCode>General</c:formatCode>
                <c:ptCount val="1"/>
                <c:pt idx="0">
                  <c:v>108964500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1-FFA6-4593-9527-F4F12D4F1071}"/>
            </c:ext>
          </c:extLst>
        </c:ser>
        <c:ser>
          <c:idx val="0"/>
          <c:order val="1"/>
          <c:tx>
            <c:strRef>
              <c:f>Hoja1!$A$3</c:f>
              <c:strCache>
                <c:ptCount val="1"/>
                <c:pt idx="0">
                  <c:v>Brand 2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FFA6-4593-9527-F4F12D4F1071}"/>
              </c:ext>
            </c:extLst>
          </c:dPt>
          <c:dLbls>
            <c:dLbl>
              <c:idx val="0"/>
              <c:layout>
                <c:manualLayout>
                  <c:x val="-3.4197780214008091E-3"/>
                  <c:y val="-7.3604710701484902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Hoja1!$B$3</c:f>
              <c:numCache>
                <c:formatCode>General</c:formatCode>
                <c:ptCount val="1"/>
                <c:pt idx="0">
                  <c:v>-1.0000000000000002</c:v>
                </c:pt>
              </c:numCache>
            </c:numRef>
          </c:xVal>
          <c:yVal>
            <c:numRef>
              <c:f>Hoja1!$C$3</c:f>
              <c:numCache>
                <c:formatCode>0.0%</c:formatCode>
                <c:ptCount val="1"/>
                <c:pt idx="0">
                  <c:v>7.1428571428571397E-2</c:v>
                </c:pt>
              </c:numCache>
            </c:numRef>
          </c:yVal>
          <c:bubbleSize>
            <c:numRef>
              <c:f>Hoja1!$D$3</c:f>
              <c:numCache>
                <c:formatCode>General</c:formatCode>
                <c:ptCount val="1"/>
                <c:pt idx="0">
                  <c:v>131381000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3-FFA6-4593-9527-F4F12D4F1071}"/>
            </c:ext>
          </c:extLst>
        </c:ser>
        <c:ser>
          <c:idx val="1"/>
          <c:order val="2"/>
          <c:tx>
            <c:strRef>
              <c:f>Hoja1!$A$4</c:f>
              <c:strCache>
                <c:ptCount val="1"/>
                <c:pt idx="0">
                  <c:v>Brand 3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FFA6-4593-9527-F4F12D4F1071}"/>
              </c:ext>
            </c:extLst>
          </c:dPt>
          <c:dLbls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Hoja1!$B$4</c:f>
              <c:numCache>
                <c:formatCode>General</c:formatCode>
                <c:ptCount val="1"/>
                <c:pt idx="0">
                  <c:v>-0.5</c:v>
                </c:pt>
              </c:numCache>
            </c:numRef>
          </c:xVal>
          <c:yVal>
            <c:numRef>
              <c:f>Hoja1!$C$4</c:f>
              <c:numCache>
                <c:formatCode>0.0%</c:formatCode>
                <c:ptCount val="1"/>
                <c:pt idx="0">
                  <c:v>6.6666666666666652E-2</c:v>
                </c:pt>
              </c:numCache>
            </c:numRef>
          </c:yVal>
          <c:bubbleSize>
            <c:numRef>
              <c:f>Hoja1!$D$4</c:f>
              <c:numCache>
                <c:formatCode>General</c:formatCode>
                <c:ptCount val="1"/>
                <c:pt idx="0">
                  <c:v>140701400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5-FFA6-4593-9527-F4F12D4F1071}"/>
            </c:ext>
          </c:extLst>
        </c:ser>
        <c:ser>
          <c:idx val="3"/>
          <c:order val="3"/>
          <c:tx>
            <c:strRef>
              <c:f>Hoja1!$A$5</c:f>
              <c:strCache>
                <c:ptCount val="1"/>
                <c:pt idx="0">
                  <c:v>Brand 4</c:v>
                </c:pt>
              </c:strCache>
            </c:strRef>
          </c:tx>
          <c:spPr>
            <a:solidFill>
              <a:schemeClr val="dk1">
                <a:tint val="985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FFA6-4593-9527-F4F12D4F1071}"/>
              </c:ext>
            </c:extLst>
          </c:dPt>
          <c:dLbls>
            <c:dLbl>
              <c:idx val="0"/>
              <c:layout>
                <c:manualLayout>
                  <c:x val="-1.8277681307924173E-2"/>
                  <c:y val="-9.2805939580133126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Hoja1!$B$5</c:f>
              <c:numCache>
                <c:formatCode>General</c:formatCode>
                <c:ptCount val="1"/>
                <c:pt idx="0">
                  <c:v>-1.2999999999999998</c:v>
                </c:pt>
              </c:numCache>
            </c:numRef>
          </c:xVal>
          <c:yVal>
            <c:numRef>
              <c:f>Hoja1!$C$5</c:f>
              <c:numCache>
                <c:formatCode>0.0%</c:formatCode>
                <c:ptCount val="1"/>
                <c:pt idx="0">
                  <c:v>0</c:v>
                </c:pt>
              </c:numCache>
            </c:numRef>
          </c:yVal>
          <c:bubbleSize>
            <c:numRef>
              <c:f>Hoja1!$D$5</c:f>
              <c:numCache>
                <c:formatCode>General</c:formatCode>
                <c:ptCount val="1"/>
                <c:pt idx="0">
                  <c:v>229271100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7-FFA6-4593-9527-F4F12D4F1071}"/>
            </c:ext>
          </c:extLst>
        </c:ser>
        <c:ser>
          <c:idx val="4"/>
          <c:order val="4"/>
          <c:tx>
            <c:strRef>
              <c:f>Hoja1!$A$6</c:f>
              <c:strCache>
                <c:ptCount val="1"/>
                <c:pt idx="0">
                  <c:v>Brand 5</c:v>
                </c:pt>
              </c:strCache>
            </c:strRef>
          </c:tx>
          <c:spPr>
            <a:solidFill>
              <a:schemeClr val="dk1">
                <a:tint val="30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6.9338018937842695E-4"/>
                  <c:y val="-7.040450588837685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Hoja1!$B$6</c:f>
              <c:numCache>
                <c:formatCode>General</c:formatCode>
                <c:ptCount val="1"/>
                <c:pt idx="0">
                  <c:v>1.4000000000000004</c:v>
                </c:pt>
              </c:numCache>
            </c:numRef>
          </c:xVal>
          <c:yVal>
            <c:numRef>
              <c:f>Hoja1!$C$6</c:f>
              <c:numCache>
                <c:formatCode>0.0%</c:formatCode>
                <c:ptCount val="1"/>
                <c:pt idx="0">
                  <c:v>-6.6666666666666763E-2</c:v>
                </c:pt>
              </c:numCache>
            </c:numRef>
          </c:yVal>
          <c:bubbleSize>
            <c:numRef>
              <c:f>Hoja1!$D$6</c:f>
              <c:numCache>
                <c:formatCode>General</c:formatCode>
                <c:ptCount val="1"/>
                <c:pt idx="0">
                  <c:v>62280010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9-FFA6-4593-9527-F4F12D4F1071}"/>
            </c:ext>
          </c:extLst>
        </c:ser>
        <c:ser>
          <c:idx val="5"/>
          <c:order val="5"/>
          <c:tx>
            <c:strRef>
              <c:f>Hoja1!$A$7</c:f>
              <c:strCache>
                <c:ptCount val="1"/>
                <c:pt idx="0">
                  <c:v>Brand 6</c:v>
                </c:pt>
              </c:strCache>
            </c:strRef>
          </c:tx>
          <c:spPr>
            <a:solidFill>
              <a:schemeClr val="dk1">
                <a:tint val="60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spPr>
                <a:solidFill>
                  <a:srgbClr val="FFFFFF"/>
                </a:solidFill>
                <a:ln w="19050">
                  <a:solidFill>
                    <a:prstClr val="white">
                      <a:lumMod val="75000"/>
                    </a:prstClr>
                  </a:solidFill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0" i="0" u="none" strike="noStrike" kern="1200" baseline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s-MX"/>
                </a:p>
              </c:txPr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A-FFA6-4593-9527-F4F12D4F1071}"/>
                </c:ext>
              </c:extLst>
            </c:dLbl>
            <c:spPr>
              <a:solidFill>
                <a:srgbClr val="FFFFFF"/>
              </a:solidFill>
              <a:ln>
                <a:solidFill>
                  <a:schemeClr val="bg1">
                    <a:lumMod val="75000"/>
                  </a:scheme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Hoja1!$B$7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Hoja1!$C$7</c:f>
              <c:numCache>
                <c:formatCode>0.0%</c:formatCode>
                <c:ptCount val="1"/>
                <c:pt idx="0">
                  <c:v>0</c:v>
                </c:pt>
              </c:numCache>
            </c:numRef>
          </c:yVal>
          <c:bubbleSize>
            <c:numRef>
              <c:f>Hoja1!$D$7</c:f>
              <c:numCache>
                <c:formatCode>General</c:formatCode>
                <c:ptCount val="1"/>
                <c:pt idx="0">
                  <c:v>376991800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B-FFA6-4593-9527-F4F12D4F1071}"/>
            </c:ext>
          </c:extLst>
        </c:ser>
        <c:ser>
          <c:idx val="6"/>
          <c:order val="6"/>
          <c:tx>
            <c:strRef>
              <c:f>Hoja1!$A$8</c:f>
              <c:strCache>
                <c:ptCount val="1"/>
                <c:pt idx="0">
                  <c:v>Brand 7</c:v>
                </c:pt>
              </c:strCache>
            </c:strRef>
          </c:tx>
          <c:spPr>
            <a:solidFill>
              <a:schemeClr val="dk1">
                <a:tint val="80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1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Hoja1!$B$8</c:f>
              <c:numCache>
                <c:formatCode>General</c:formatCode>
                <c:ptCount val="1"/>
                <c:pt idx="0">
                  <c:v>-2.8000000000000007</c:v>
                </c:pt>
              </c:numCache>
            </c:numRef>
          </c:xVal>
          <c:yVal>
            <c:numRef>
              <c:f>Hoja1!$C$8</c:f>
              <c:numCache>
                <c:formatCode>0.0%</c:formatCode>
                <c:ptCount val="1"/>
                <c:pt idx="0">
                  <c:v>0</c:v>
                </c:pt>
              </c:numCache>
            </c:numRef>
          </c:yVal>
          <c:bubbleSize>
            <c:numRef>
              <c:f>Hoja1!$D$8</c:f>
              <c:numCache>
                <c:formatCode>General</c:formatCode>
                <c:ptCount val="1"/>
                <c:pt idx="0">
                  <c:v>209221200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D-FFA6-4593-9527-F4F12D4F1071}"/>
            </c:ext>
          </c:extLst>
        </c:ser>
        <c:ser>
          <c:idx val="7"/>
          <c:order val="7"/>
          <c:tx>
            <c:strRef>
              <c:f>Hoja1!$A$9</c:f>
              <c:strCache>
                <c:ptCount val="1"/>
                <c:pt idx="0">
                  <c:v>Brand 8</c:v>
                </c:pt>
              </c:strCache>
            </c:strRef>
          </c:tx>
          <c:spPr>
            <a:solidFill>
              <a:schemeClr val="dk1">
                <a:tint val="885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-6.8395560428016183E-3"/>
                  <c:y val="-5.4403481822836663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Hoja1!$B$9</c:f>
              <c:numCache>
                <c:formatCode>General</c:formatCode>
                <c:ptCount val="1"/>
                <c:pt idx="0">
                  <c:v>3</c:v>
                </c:pt>
              </c:numCache>
            </c:numRef>
          </c:xVal>
          <c:yVal>
            <c:numRef>
              <c:f>Hoja1!$C$9</c:f>
              <c:numCache>
                <c:formatCode>0.0%</c:formatCode>
                <c:ptCount val="1"/>
                <c:pt idx="0">
                  <c:v>-0.05</c:v>
                </c:pt>
              </c:numCache>
            </c:numRef>
          </c:yVal>
          <c:bubbleSize>
            <c:numRef>
              <c:f>Hoja1!$D$9</c:f>
              <c:numCache>
                <c:formatCode>General</c:formatCode>
                <c:ptCount val="1"/>
                <c:pt idx="0">
                  <c:v>62280010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F-FFA6-4593-9527-F4F12D4F1071}"/>
            </c:ext>
          </c:extLst>
        </c:ser>
        <c:ser>
          <c:idx val="8"/>
          <c:order val="8"/>
          <c:tx>
            <c:strRef>
              <c:f>Hoja1!$A$10</c:f>
              <c:strCache>
                <c:ptCount val="1"/>
                <c:pt idx="0">
                  <c:v>Brand 9</c:v>
                </c:pt>
              </c:strCache>
            </c:strRef>
          </c:tx>
          <c:spPr>
            <a:solidFill>
              <a:schemeClr val="dk1">
                <a:tint val="55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-8.6634376542153835E-2"/>
                  <c:y val="7.6804915514592939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Hoja1!$B$10</c:f>
              <c:numCache>
                <c:formatCode>General</c:formatCode>
                <c:ptCount val="1"/>
                <c:pt idx="0">
                  <c:v>0</c:v>
                </c:pt>
              </c:numCache>
            </c:numRef>
          </c:xVal>
          <c:yVal>
            <c:numRef>
              <c:f>Hoja1!$C$10</c:f>
              <c:numCache>
                <c:formatCode>0.0%</c:formatCode>
                <c:ptCount val="1"/>
                <c:pt idx="0">
                  <c:v>0</c:v>
                </c:pt>
              </c:numCache>
            </c:numRef>
          </c:yVal>
          <c:bubbleSize>
            <c:numRef>
              <c:f>Hoja1!$D$10</c:f>
              <c:numCache>
                <c:formatCode>General</c:formatCode>
                <c:ptCount val="1"/>
                <c:pt idx="0">
                  <c:v>131381000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1-FFA6-4593-9527-F4F12D4F1071}"/>
            </c:ext>
          </c:extLst>
        </c:ser>
        <c:ser>
          <c:idx val="9"/>
          <c:order val="9"/>
          <c:tx>
            <c:strRef>
              <c:f>Hoja1!$A$11</c:f>
              <c:strCache>
                <c:ptCount val="1"/>
                <c:pt idx="0">
                  <c:v>Brand 10</c:v>
                </c:pt>
              </c:strCache>
            </c:strRef>
          </c:tx>
          <c:spPr>
            <a:solidFill>
              <a:schemeClr val="dk1">
                <a:tint val="75000"/>
              </a:schemeClr>
            </a:solidFill>
            <a:ln w="12700" cap="flat" cmpd="sng" algn="ctr">
              <a:solidFill>
                <a:schemeClr val="lt1"/>
              </a:solidFill>
              <a:prstDash val="solid"/>
              <a:round/>
            </a:ln>
            <a:effectLst/>
          </c:spPr>
          <c:invertIfNegative val="0"/>
          <c:dLbls>
            <c:dLbl>
              <c:idx val="0"/>
              <c:layout>
                <c:manualLayout>
                  <c:x val="-3.9897410249676149E-2"/>
                  <c:y val="-9.2805939580133126E-2"/>
                </c:manualLayout>
              </c:layout>
              <c:showLegendKey val="0"/>
              <c:showVal val="0"/>
              <c:showCatName val="0"/>
              <c:showSerName val="1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FFA6-4593-9527-F4F12D4F1071}"/>
                </c:ext>
              </c:extLst>
            </c:dLbl>
            <c:spPr>
              <a:solidFill>
                <a:srgbClr val="FFFFFF"/>
              </a:solidFill>
              <a:ln w="19050">
                <a:solidFill>
                  <a:prstClr val="white">
                    <a:lumMod val="75000"/>
                  </a:prstClr>
                </a:solidFill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Hoja1!$B$11</c:f>
              <c:numCache>
                <c:formatCode>General</c:formatCode>
                <c:ptCount val="1"/>
                <c:pt idx="0">
                  <c:v>-2</c:v>
                </c:pt>
              </c:numCache>
            </c:numRef>
          </c:xVal>
          <c:yVal>
            <c:numRef>
              <c:f>Hoja1!$C$11</c:f>
              <c:numCache>
                <c:formatCode>0.0%</c:formatCode>
                <c:ptCount val="1"/>
                <c:pt idx="0">
                  <c:v>1E-3</c:v>
                </c:pt>
              </c:numCache>
            </c:numRef>
          </c:yVal>
          <c:bubbleSize>
            <c:numRef>
              <c:f>Hoja1!$D$11</c:f>
              <c:numCache>
                <c:formatCode>General</c:formatCode>
                <c:ptCount val="1"/>
                <c:pt idx="0">
                  <c:v>140701400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13-FFA6-4593-9527-F4F12D4F10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bubbleScale val="50"/>
        <c:showNegBubbles val="0"/>
        <c:axId val="635023999"/>
        <c:axId val="635016319"/>
      </c:bubbleChart>
      <c:valAx>
        <c:axId val="63502399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rgbClr val="E0E0E0"/>
              </a:solidFill>
              <a:prstDash val="dash"/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0" i="0" u="none" strike="noStrike" baseline="0" dirty="0">
                    <a:solidFill>
                      <a:schemeClr val="bg1">
                        <a:lumMod val="50000"/>
                      </a:schemeClr>
                    </a:solidFill>
                  </a:rPr>
                  <a:t>DIF Penetration – Period vs Comparative</a:t>
                </a:r>
                <a:endParaRPr lang="es-ES" sz="1000" b="0" i="0" u="none" strike="noStrike" kern="1200" baseline="0" dirty="0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c:rich>
          </c:tx>
          <c:layout>
            <c:manualLayout>
              <c:xMode val="edge"/>
              <c:yMode val="edge"/>
              <c:x val="0.40442196147337323"/>
              <c:y val="0.9351018559905053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s-ES"/>
            </a:p>
          </c:txPr>
        </c:title>
        <c:numFmt formatCode="0" sourceLinked="0"/>
        <c:majorTickMark val="out"/>
        <c:minorTickMark val="none"/>
        <c:tickLblPos val="low"/>
        <c:spPr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35016319"/>
        <c:crosses val="autoZero"/>
        <c:crossBetween val="midCat"/>
      </c:valAx>
      <c:valAx>
        <c:axId val="63501631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E0E0E0"/>
              </a:solidFill>
              <a:prstDash val="dash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t-BR" sz="1000" b="0" i="0" u="none" strike="noStrike" baseline="0" dirty="0">
                    <a:solidFill>
                      <a:schemeClr val="bg1">
                        <a:lumMod val="50000"/>
                      </a:schemeClr>
                    </a:solidFill>
                  </a:rPr>
                  <a:t>Frequency  </a:t>
                </a:r>
                <a:r>
                  <a:rPr lang="pt-BR" sz="1000" b="0" i="0" u="none" strike="noStrike" baseline="0" dirty="0" err="1">
                    <a:solidFill>
                      <a:schemeClr val="bg1">
                        <a:lumMod val="50000"/>
                      </a:schemeClr>
                    </a:solidFill>
                  </a:rPr>
                  <a:t>Variation</a:t>
                </a:r>
                <a:endParaRPr lang="pt-BR" b="0" dirty="0">
                  <a:solidFill>
                    <a:schemeClr val="bg1">
                      <a:lumMod val="50000"/>
                    </a:schemeClr>
                  </a:solidFill>
                </a:endParaRPr>
              </a:p>
            </c:rich>
          </c:tx>
          <c:layout>
            <c:manualLayout>
              <c:xMode val="edge"/>
              <c:yMode val="edge"/>
              <c:x val="1.1595065265271366E-2"/>
              <c:y val="0.3715265636740511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t-BR"/>
            </a:p>
          </c:txPr>
        </c:title>
        <c:numFmt formatCode="0%" sourceLinked="0"/>
        <c:majorTickMark val="out"/>
        <c:minorTickMark val="none"/>
        <c:tickLblPos val="low"/>
        <c:spPr>
          <a:noFill/>
          <a:ln w="12700" cap="flat" cmpd="sng" algn="ctr">
            <a:solidFill>
              <a:schemeClr val="bg1">
                <a:lumMod val="6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635023999"/>
        <c:crossesAt val="0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 sz="1000"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20">
  <a:schemeClr val="dk1"/>
  <cs:variation>
    <a:tint val="88500"/>
  </cs:variation>
  <cs:variation>
    <a:tint val="55000"/>
  </cs:variation>
  <cs:variation>
    <a:tint val="75000"/>
  </cs:variation>
  <cs:variation>
    <a:tint val="98500"/>
  </cs:variation>
  <cs:variation>
    <a:tint val="30000"/>
  </cs:variation>
  <cs:variation>
    <a:tint val="60000"/>
  </cs:variation>
  <cs:variation>
    <a:tint val="8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5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6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7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0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2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3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4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35.xml><?xml version="1.0" encoding="utf-8"?>
<cs:chartStyle xmlns:cs="http://schemas.microsoft.com/office/drawing/2012/chartStyle" xmlns:a="http://schemas.openxmlformats.org/drawingml/2006/main" id="115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>
  <cs:dataPoint3D>
    <cs:lnRef idx="1">
      <a:schemeClr val="lt1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3D>
  <cs:dataPointLine>
    <cs:lnRef idx="1">
      <cs:styleClr val="auto"/>
    </cs:lnRef>
    <cs:lineWidthScale>5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1">
      <a:schemeClr val="dk1"/>
    </cs:effectRef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 mods="ignoreCSTransforms">
      <cs:styleClr val="0">
        <a:shade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 mods="ignoreCSTransforms">
      <cs:styleClr val="0">
        <a:tint val="25000"/>
      </cs:styleClr>
    </cs:fillRef>
    <cs:effectRef idx="1">
      <a:schemeClr val="dk1"/>
    </cs:effectRef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923A91-551E-81AA-68E1-3D1ABD6CD66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chartool-mars-pptx-template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6114B4-FF6B-E93F-A573-C59BB65947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6ADC4-99C6-47E6-8CC7-6567286AB23C}" type="datetime1">
              <a:rPr lang="pt-BR" smtClean="0"/>
              <a:t>29/09/2025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64C59A-1BEB-C03D-71E5-6A10A4841E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41D0E7-542D-E7B7-F8D2-8DA0D1D6C9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E273A-A937-4904-B123-38C04EDA511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8578774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pt-BR"/>
              <a:t>chartool-mars-pptx-template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D168B-357C-4FB1-8E39-C5D90CE4EA55}" type="datetime1">
              <a:rPr lang="pt-BR" smtClean="0"/>
              <a:t>29/09/2025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D3CF6-FE40-4F70-87AF-707C1E9EBFA4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91379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FFDFC-830E-1262-ED89-A5D33A612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AF7E57-9A09-518B-6506-071716DB32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D13E-73BF-1607-06E2-46B7B9B91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02741-A87D-44A9-92DE-9210825197C4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95298-5B7D-8F62-BE0A-89FF9D38B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D4542-D768-12C8-79D2-29C6D853B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3928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64A4-D34E-84F3-A805-F2C75D543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3BE59-2759-0B19-3AB6-2B6989FE4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621F87-93B3-A18B-3060-0A1C20B5C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1F5C5-E012-48A0-8C07-10BF2FA45624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3643-258F-0C93-990F-BC6EFB18E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8F34B-9260-8266-F356-47B5F1B6E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250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1B2E-36BC-A320-BF2C-2B26A9BB1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E66C0-37F4-4408-58EF-286ABCEC7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4A57-1D72-817A-970A-310514102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C04D6-7388-48A8-9CDF-8B3367AA4E24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EB7E9-1D04-737E-0628-2D6D7D85A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EA0C4-DF23-1550-E32F-73B91F095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085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8D51-2108-2186-5C57-7618DE58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3D382-270D-4FF0-D20C-DEEF437155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D88D1-01FC-FB5C-DB49-F68F61168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8F868-D4F8-D0A4-4542-D02146E6A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A53FB-F4BE-404B-B597-17B3CAEAC9DB}" type="datetime1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90B5E-D63D-8AD3-207C-59846FF48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AF3E2-8C90-A3CD-0B96-4246BDCA7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06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67B3B-8DE6-B297-BEDD-BE88590D8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D168E-55B4-89CF-0A92-7ACBD8D63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823BDF-ADC7-2A90-E41E-9E7108697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2F63D-C67C-C0CA-D652-53627E69BF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6A692-50BB-0A5C-2EAD-2F72A9EB4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EDEE39-975A-E84E-8B48-D62061FAF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2BB10-6A1E-4821-99C8-F3036FA12246}" type="datetime1">
              <a:rPr lang="pt-BR" smtClean="0"/>
              <a:t>29/09/2025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5FF550-7C66-ADF9-B551-602036F0F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9435F9-4B31-C236-30D9-9CC890D73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1355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12B1-A859-AAFF-4AB0-48501256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997482-6626-2D9A-2B8B-8AA7BC782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C688-492F-4209-98C0-7BE0BE0892C3}" type="datetime1">
              <a:rPr lang="pt-BR" smtClean="0"/>
              <a:t>29/09/2025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CC8FF4-3047-45A9-6E01-A10AAD4D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96CA6-C522-D0D2-AB0A-558CD18A6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402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51C49C-6695-3BE1-3D5C-D2E7C7ED3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9D19-E78D-4375-B0E6-130685A9E5A8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203A53-A9A9-F1C1-406D-96DCBF5DE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BA2B3-0FA3-3116-6516-370FE4AEA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959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BF2A6-5290-EA2D-B952-153E87FDF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EEA6-96A6-386E-8F6F-69461394F3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DFAD9-612C-2B86-4D5D-6C2E0A324D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64CCE-69CB-5C09-6F2A-AD47049E0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AAB65-F745-4530-9254-C2B3E04FD061}" type="datetime1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7AEE8-1ECE-FBBB-99AE-CE5D95E48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3C4E1-A4A9-46BA-4E27-6A6D4857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258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DB024-2B46-597A-48B8-3D47A2D41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F1279A-75B3-4673-1B23-FAD545F4C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B7FEB-3EEC-5202-BE14-24AF7AA0E5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22BF21-C72D-1ABC-7310-1B9FF132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164F1-0975-4291-A08F-F539C61CF050}" type="datetime1">
              <a:rPr lang="pt-BR" smtClean="0"/>
              <a:t>29/09/2025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3C1BC-BA2C-AF85-3F59-B41EAFD54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6F6E60-74F5-ACDD-5B62-6A6F74BC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88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743E0-3823-562E-03B6-A60A6E567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ECD4C-ECA0-9F16-8583-D1DE7E8D2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844575-20DE-33F8-B421-59388703E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B351-5ECE-4C3A-8DD6-8C7FE02B539E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A15B4-CA35-A132-9FBC-BD976263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74077-D2AF-4F71-6AF3-E7A99F4E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2986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593C7-0C4F-374E-141E-892B34C41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3E5351-FAE5-B496-0643-97D711A74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9CEB5-772E-486D-91AD-398FB64A2188}" type="datetime1">
              <a:rPr lang="pt-BR" smtClean="0"/>
              <a:t>29/09/2025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88D30A-1B16-7966-8C71-402D9D97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4626D2-1C9B-7965-9955-05162DA03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5493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46726E-57F1-04FC-496E-25DDDD74A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BEAE1-D09F-DD00-B92D-B2E733DD81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87FA3-A04C-1297-BDCB-7F30DD72E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8206C-B444-4F98-B751-410AE450DC7A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3B56A-FE9D-42B4-16F4-3E31BD3EB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B3CC2-B7AF-4DC3-3BB6-BB4D5E79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872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ED9F5-777C-9726-91DA-42C049287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0E30A-1734-D4CB-7358-6BB29D771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F645-2F62-BC1C-D2C3-3F4991DF9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C999D-45E7-4E0B-9EBA-D0CC95F60C20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CBEF-812A-3DD3-D64F-075055AF6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40E58-E4C4-C9D7-A46B-BB3B4D230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7BEE1B-9F0E-4CE2-801F-8ADEEC2C7D7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19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59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chart" Target="../charts/chart9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chart" Target="../charts/chart2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0.xml"/><Relationship Id="rId3" Type="http://schemas.openxmlformats.org/officeDocument/2006/relationships/chart" Target="../charts/chart25.xml"/><Relationship Id="rId7" Type="http://schemas.openxmlformats.org/officeDocument/2006/relationships/chart" Target="../charts/chart29.xml"/><Relationship Id="rId12" Type="http://schemas.openxmlformats.org/officeDocument/2006/relationships/chart" Target="../charts/chart34.xml"/><Relationship Id="rId2" Type="http://schemas.openxmlformats.org/officeDocument/2006/relationships/chart" Target="../charts/chart24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28.xml"/><Relationship Id="rId11" Type="http://schemas.openxmlformats.org/officeDocument/2006/relationships/chart" Target="../charts/chart33.xml"/><Relationship Id="rId5" Type="http://schemas.openxmlformats.org/officeDocument/2006/relationships/chart" Target="../charts/chart27.xml"/><Relationship Id="rId10" Type="http://schemas.openxmlformats.org/officeDocument/2006/relationships/chart" Target="../charts/chart32.xml"/><Relationship Id="rId4" Type="http://schemas.openxmlformats.org/officeDocument/2006/relationships/chart" Target="../charts/chart26.xml"/><Relationship Id="rId9" Type="http://schemas.openxmlformats.org/officeDocument/2006/relationships/chart" Target="../charts/char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B135B28E-1B1B-14BF-586D-F13B6FCFC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A59C8-8BEF-457A-955A-7F8B4E69A440}" type="datetime1">
              <a:rPr lang="pt-BR" smtClean="0"/>
              <a:t>29/09/2025</a:t>
            </a:fld>
            <a:endParaRPr lang="pt-BR"/>
          </a:p>
        </p:txBody>
      </p:sp>
      <p:sp>
        <p:nvSpPr>
          <p:cNvPr id="67" name="Footer Placeholder 66">
            <a:extLst>
              <a:ext uri="{FF2B5EF4-FFF2-40B4-BE49-F238E27FC236}">
                <a16:creationId xmlns:a16="http://schemas.microsoft.com/office/drawing/2014/main" id="{ECF887F4-23B7-EB5E-A41C-75B930B9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CEF4A012-7654-43CB-851A-7A2FCE55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</a:t>
            </a:fld>
            <a:endParaRPr lang="pt-BR"/>
          </a:p>
        </p:txBody>
      </p:sp>
      <p:sp>
        <p:nvSpPr>
          <p:cNvPr id="7" name="TitleChartMeasureTree">
            <a:extLst>
              <a:ext uri="{FF2B5EF4-FFF2-40B4-BE49-F238E27FC236}">
                <a16:creationId xmlns:a16="http://schemas.microsoft.com/office/drawing/2014/main" id="{85FBF46A-7BBB-1AE8-04D3-09E73B5E6822}"/>
              </a:ext>
            </a:extLst>
          </p:cNvPr>
          <p:cNvSpPr txBox="1"/>
          <p:nvPr/>
        </p:nvSpPr>
        <p:spPr>
          <a:xfrm>
            <a:off x="187072" y="1224633"/>
            <a:ext cx="3984119" cy="215444"/>
          </a:xfrm>
          <a:prstGeom prst="rect">
            <a:avLst/>
          </a:prstGeom>
          <a:noFill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wrap="square" rtlCol="0" anchor="t">
            <a:spAutoFit/>
          </a:bodyPr>
          <a:lstStyle>
            <a:lvl1pPr marL="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0" i="0" u="none" strike="noStrike" dirty="0">
                <a:solidFill>
                  <a:schemeClr val="tx1">
                    <a:lumMod val="65000"/>
                    <a:lumOff val="35000"/>
                  </a:schemeClr>
                </a:solidFill>
                <a:latin typeface="Aptos Narrow"/>
              </a:rPr>
              <a:t>TITLE</a:t>
            </a:r>
            <a:endParaRPr lang="pt-BR" sz="800" b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aphicFrame>
        <p:nvGraphicFramePr>
          <p:cNvPr id="5" name="CHART_01-2">
            <a:extLst>
              <a:ext uri="{FF2B5EF4-FFF2-40B4-BE49-F238E27FC236}">
                <a16:creationId xmlns:a16="http://schemas.microsoft.com/office/drawing/2014/main" id="{C9E05CE9-F584-4E20-A0B7-2763BF1505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17257260"/>
              </p:ext>
            </p:extLst>
          </p:nvPr>
        </p:nvGraphicFramePr>
        <p:xfrm>
          <a:off x="155258" y="1585144"/>
          <a:ext cx="3227009" cy="1248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70" name="CHART_01-1">
            <a:extLst>
              <a:ext uri="{FF2B5EF4-FFF2-40B4-BE49-F238E27FC236}">
                <a16:creationId xmlns:a16="http://schemas.microsoft.com/office/drawing/2014/main" id="{736B1344-70C2-1672-20B8-16442687F765}"/>
              </a:ext>
            </a:extLst>
          </p:cNvPr>
          <p:cNvGrpSpPr/>
          <p:nvPr/>
        </p:nvGrpSpPr>
        <p:grpSpPr>
          <a:xfrm>
            <a:off x="176696" y="1478326"/>
            <a:ext cx="11860047" cy="3706802"/>
            <a:chOff x="176696" y="1478326"/>
            <a:chExt cx="11860047" cy="3706802"/>
          </a:xfrm>
        </p:grpSpPr>
        <p:grpSp>
          <p:nvGrpSpPr>
            <p:cNvPr id="2" name="CONNECTORS">
              <a:extLst>
                <a:ext uri="{FF2B5EF4-FFF2-40B4-BE49-F238E27FC236}">
                  <a16:creationId xmlns:a16="http://schemas.microsoft.com/office/drawing/2014/main" id="{08320780-2415-1CA7-7469-EC6DFE8CCCEC}"/>
                </a:ext>
              </a:extLst>
            </p:cNvPr>
            <p:cNvGrpSpPr/>
            <p:nvPr/>
          </p:nvGrpSpPr>
          <p:grpSpPr>
            <a:xfrm>
              <a:off x="1073552" y="1726203"/>
              <a:ext cx="10066337" cy="2906316"/>
              <a:chOff x="1073552" y="1726203"/>
              <a:chExt cx="10066337" cy="2906316"/>
            </a:xfrm>
          </p:grpSpPr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C65AABB5-03A5-78A5-7ABD-61E8E97F8A4B}"/>
                  </a:ext>
                </a:extLst>
              </p:cNvPr>
              <p:cNvCxnSpPr>
                <a:stCxn id="31" idx="2"/>
                <a:endCxn id="61" idx="0"/>
              </p:cNvCxnSpPr>
              <p:nvPr/>
            </p:nvCxnSpPr>
            <p:spPr>
              <a:xfrm rot="16200000" flipH="1">
                <a:off x="6693065" y="1315442"/>
                <a:ext cx="952851" cy="1783469"/>
              </a:xfrm>
              <a:prstGeom prst="bentConnector3">
                <a:avLst>
                  <a:gd name="adj1" fmla="val 67015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Connector: Elbow 8">
                <a:extLst>
                  <a:ext uri="{FF2B5EF4-FFF2-40B4-BE49-F238E27FC236}">
                    <a16:creationId xmlns:a16="http://schemas.microsoft.com/office/drawing/2014/main" id="{37463032-9445-9D46-9A1F-2E5AD92FABEE}"/>
                  </a:ext>
                </a:extLst>
              </p:cNvPr>
              <p:cNvCxnSpPr>
                <a:stCxn id="31" idx="2"/>
                <a:endCxn id="64" idx="0"/>
              </p:cNvCxnSpPr>
              <p:nvPr/>
            </p:nvCxnSpPr>
            <p:spPr>
              <a:xfrm rot="5400000">
                <a:off x="4664006" y="1069852"/>
                <a:ext cx="952851" cy="2274651"/>
              </a:xfrm>
              <a:prstGeom prst="bentConnector3">
                <a:avLst>
                  <a:gd name="adj1" fmla="val 67015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: Elbow 9">
                <a:extLst>
                  <a:ext uri="{FF2B5EF4-FFF2-40B4-BE49-F238E27FC236}">
                    <a16:creationId xmlns:a16="http://schemas.microsoft.com/office/drawing/2014/main" id="{450FB1F5-7180-9E68-6B9E-8628871763B3}"/>
                  </a:ext>
                </a:extLst>
              </p:cNvPr>
              <p:cNvCxnSpPr>
                <a:cxnSpLocks/>
                <a:stCxn id="64" idx="2"/>
                <a:endCxn id="58" idx="0"/>
              </p:cNvCxnSpPr>
              <p:nvPr/>
            </p:nvCxnSpPr>
            <p:spPr>
              <a:xfrm rot="5400000">
                <a:off x="2665330" y="2323693"/>
                <a:ext cx="725440" cy="1950111"/>
              </a:xfrm>
              <a:prstGeom prst="bentConnector3">
                <a:avLst>
                  <a:gd name="adj1" fmla="val 65238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Connector: Elbow 10">
                <a:extLst>
                  <a:ext uri="{FF2B5EF4-FFF2-40B4-BE49-F238E27FC236}">
                    <a16:creationId xmlns:a16="http://schemas.microsoft.com/office/drawing/2014/main" id="{C260A711-8583-EAC9-A756-8A82A40CAAEB}"/>
                  </a:ext>
                </a:extLst>
              </p:cNvPr>
              <p:cNvCxnSpPr>
                <a:cxnSpLocks/>
                <a:stCxn id="64" idx="2"/>
                <a:endCxn id="55" idx="0"/>
              </p:cNvCxnSpPr>
              <p:nvPr/>
            </p:nvCxnSpPr>
            <p:spPr>
              <a:xfrm rot="16200000" flipH="1">
                <a:off x="4641758" y="2297375"/>
                <a:ext cx="725440" cy="2002747"/>
              </a:xfrm>
              <a:prstGeom prst="bentConnector3">
                <a:avLst>
                  <a:gd name="adj1" fmla="val 65238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nector: Elbow 11">
                <a:extLst>
                  <a:ext uri="{FF2B5EF4-FFF2-40B4-BE49-F238E27FC236}">
                    <a16:creationId xmlns:a16="http://schemas.microsoft.com/office/drawing/2014/main" id="{1FA89F94-925A-2F67-E97C-9537905CEA49}"/>
                  </a:ext>
                </a:extLst>
              </p:cNvPr>
              <p:cNvCxnSpPr>
                <a:cxnSpLocks/>
                <a:endCxn id="34" idx="0"/>
              </p:cNvCxnSpPr>
              <p:nvPr/>
            </p:nvCxnSpPr>
            <p:spPr>
              <a:xfrm>
                <a:off x="6459877" y="1726203"/>
                <a:ext cx="3718115" cy="1935265"/>
              </a:xfrm>
              <a:prstGeom prst="bentConnector2">
                <a:avLst/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nector: Elbow 12">
                <a:extLst>
                  <a:ext uri="{FF2B5EF4-FFF2-40B4-BE49-F238E27FC236}">
                    <a16:creationId xmlns:a16="http://schemas.microsoft.com/office/drawing/2014/main" id="{A03ECE34-FE9B-EFA1-6C79-1EE27B1DF5F2}"/>
                  </a:ext>
                </a:extLst>
              </p:cNvPr>
              <p:cNvCxnSpPr>
                <a:cxnSpLocks/>
                <a:stCxn id="34" idx="2"/>
                <a:endCxn id="37" idx="0"/>
              </p:cNvCxnSpPr>
              <p:nvPr/>
            </p:nvCxnSpPr>
            <p:spPr>
              <a:xfrm rot="5400000">
                <a:off x="9348771" y="3798753"/>
                <a:ext cx="714080" cy="944361"/>
              </a:xfrm>
              <a:prstGeom prst="bentConnector3">
                <a:avLst>
                  <a:gd name="adj1" fmla="val 68576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or: Elbow 13">
                <a:extLst>
                  <a:ext uri="{FF2B5EF4-FFF2-40B4-BE49-F238E27FC236}">
                    <a16:creationId xmlns:a16="http://schemas.microsoft.com/office/drawing/2014/main" id="{605C1BCF-F060-93F7-1EE1-0E1A8AC83B8A}"/>
                  </a:ext>
                </a:extLst>
              </p:cNvPr>
              <p:cNvCxnSpPr>
                <a:cxnSpLocks/>
                <a:stCxn id="34" idx="2"/>
                <a:endCxn id="40" idx="0"/>
              </p:cNvCxnSpPr>
              <p:nvPr/>
            </p:nvCxnSpPr>
            <p:spPr>
              <a:xfrm rot="16200000" flipH="1">
                <a:off x="10301901" y="3789986"/>
                <a:ext cx="714080" cy="961897"/>
              </a:xfrm>
              <a:prstGeom prst="bentConnector3">
                <a:avLst>
                  <a:gd name="adj1" fmla="val 68576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or: Elbow 14">
                <a:extLst>
                  <a:ext uri="{FF2B5EF4-FFF2-40B4-BE49-F238E27FC236}">
                    <a16:creationId xmlns:a16="http://schemas.microsoft.com/office/drawing/2014/main" id="{27A5E3E1-4C1B-DD8A-3FA9-A9795E82685D}"/>
                  </a:ext>
                </a:extLst>
              </p:cNvPr>
              <p:cNvCxnSpPr>
                <a:cxnSpLocks/>
                <a:stCxn id="58" idx="2"/>
                <a:endCxn id="49" idx="0"/>
              </p:cNvCxnSpPr>
              <p:nvPr/>
            </p:nvCxnSpPr>
            <p:spPr>
              <a:xfrm rot="5400000">
                <a:off x="1203961" y="3783485"/>
                <a:ext cx="718625" cy="979443"/>
              </a:xfrm>
              <a:prstGeom prst="bentConnector3">
                <a:avLst>
                  <a:gd name="adj1" fmla="val 65382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or: Elbow 15">
                <a:extLst>
                  <a:ext uri="{FF2B5EF4-FFF2-40B4-BE49-F238E27FC236}">
                    <a16:creationId xmlns:a16="http://schemas.microsoft.com/office/drawing/2014/main" id="{B0033584-F431-E9E0-50DC-F07B90969B96}"/>
                  </a:ext>
                </a:extLst>
              </p:cNvPr>
              <p:cNvCxnSpPr>
                <a:cxnSpLocks/>
                <a:stCxn id="58" idx="2"/>
                <a:endCxn id="52" idx="0"/>
              </p:cNvCxnSpPr>
              <p:nvPr/>
            </p:nvCxnSpPr>
            <p:spPr>
              <a:xfrm rot="16200000" flipH="1">
                <a:off x="2179020" y="3787868"/>
                <a:ext cx="718625" cy="970676"/>
              </a:xfrm>
              <a:prstGeom prst="bentConnector3">
                <a:avLst>
                  <a:gd name="adj1" fmla="val 65382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nector: Elbow 16">
                <a:extLst>
                  <a:ext uri="{FF2B5EF4-FFF2-40B4-BE49-F238E27FC236}">
                    <a16:creationId xmlns:a16="http://schemas.microsoft.com/office/drawing/2014/main" id="{4E563AC5-630A-0C15-8E46-0DBC381231FE}"/>
                  </a:ext>
                </a:extLst>
              </p:cNvPr>
              <p:cNvCxnSpPr>
                <a:cxnSpLocks/>
                <a:stCxn id="55" idx="2"/>
                <a:endCxn id="43" idx="0"/>
              </p:cNvCxnSpPr>
              <p:nvPr/>
            </p:nvCxnSpPr>
            <p:spPr>
              <a:xfrm rot="5400000">
                <a:off x="5171118" y="3795511"/>
                <a:ext cx="716353" cy="953119"/>
              </a:xfrm>
              <a:prstGeom prst="bentConnector3">
                <a:avLst>
                  <a:gd name="adj1" fmla="val 65431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nector: Elbow 17">
                <a:extLst>
                  <a:ext uri="{FF2B5EF4-FFF2-40B4-BE49-F238E27FC236}">
                    <a16:creationId xmlns:a16="http://schemas.microsoft.com/office/drawing/2014/main" id="{B13ED827-0767-57CD-1240-DCF1C0230D2B}"/>
                  </a:ext>
                </a:extLst>
              </p:cNvPr>
              <p:cNvCxnSpPr>
                <a:cxnSpLocks/>
                <a:stCxn id="55" idx="2"/>
                <a:endCxn id="46" idx="0"/>
              </p:cNvCxnSpPr>
              <p:nvPr/>
            </p:nvCxnSpPr>
            <p:spPr>
              <a:xfrm rot="16200000" flipH="1">
                <a:off x="6124245" y="3795500"/>
                <a:ext cx="716353" cy="953139"/>
              </a:xfrm>
              <a:prstGeom prst="bentConnector3">
                <a:avLst>
                  <a:gd name="adj1" fmla="val 65431"/>
                </a:avLst>
              </a:prstGeom>
              <a:ln w="63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_VOLUME-UNITS">
              <a:extLst>
                <a:ext uri="{FF2B5EF4-FFF2-40B4-BE49-F238E27FC236}">
                  <a16:creationId xmlns:a16="http://schemas.microsoft.com/office/drawing/2014/main" id="{A5350016-8C01-B756-2B19-B8B4CA5F8D93}"/>
                </a:ext>
              </a:extLst>
            </p:cNvPr>
            <p:cNvGrpSpPr/>
            <p:nvPr/>
          </p:nvGrpSpPr>
          <p:grpSpPr>
            <a:xfrm>
              <a:off x="3106251" y="2683603"/>
              <a:ext cx="1793708" cy="552609"/>
              <a:chOff x="2913343" y="1887188"/>
              <a:chExt cx="2251495" cy="698740"/>
            </a:xfrm>
          </p:grpSpPr>
          <p:sp>
            <p:nvSpPr>
              <p:cNvPr id="64" name="shape_header_volume_units">
                <a:extLst>
                  <a:ext uri="{FF2B5EF4-FFF2-40B4-BE49-F238E27FC236}">
                    <a16:creationId xmlns:a16="http://schemas.microsoft.com/office/drawing/2014/main" id="{3DC974AB-DE93-8F19-BE8D-9FC20FD10361}"/>
                  </a:ext>
                </a:extLst>
              </p:cNvPr>
              <p:cNvSpPr/>
              <p:nvPr/>
            </p:nvSpPr>
            <p:spPr>
              <a:xfrm>
                <a:off x="2913343" y="1887188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65" name="shape_abs_volume_units">
                <a:extLst>
                  <a:ext uri="{FF2B5EF4-FFF2-40B4-BE49-F238E27FC236}">
                    <a16:creationId xmlns:a16="http://schemas.microsoft.com/office/drawing/2014/main" id="{EB44090B-AC61-B18A-82FD-3F546C36AB94}"/>
                  </a:ext>
                </a:extLst>
              </p:cNvPr>
              <p:cNvSpPr/>
              <p:nvPr/>
            </p:nvSpPr>
            <p:spPr>
              <a:xfrm>
                <a:off x="2913343" y="2206364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66" name="shape_var_volume_units">
                <a:extLst>
                  <a:ext uri="{FF2B5EF4-FFF2-40B4-BE49-F238E27FC236}">
                    <a16:creationId xmlns:a16="http://schemas.microsoft.com/office/drawing/2014/main" id="{31DAF9D2-4F49-9288-00DA-8A89EDCFF3D0}"/>
                  </a:ext>
                </a:extLst>
              </p:cNvPr>
              <p:cNvSpPr/>
              <p:nvPr/>
            </p:nvSpPr>
            <p:spPr>
              <a:xfrm>
                <a:off x="4267690" y="2206364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FF5757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FF5757"/>
                  </a:solidFill>
                </a:endParaRPr>
              </a:p>
            </p:txBody>
          </p:sp>
        </p:grpSp>
        <p:grpSp>
          <p:nvGrpSpPr>
            <p:cNvPr id="20" name="group_AVG-PRICE">
              <a:extLst>
                <a:ext uri="{FF2B5EF4-FFF2-40B4-BE49-F238E27FC236}">
                  <a16:creationId xmlns:a16="http://schemas.microsoft.com/office/drawing/2014/main" id="{948C51B7-CF40-FB2E-3240-4C73F3834CC7}"/>
                </a:ext>
              </a:extLst>
            </p:cNvPr>
            <p:cNvGrpSpPr/>
            <p:nvPr/>
          </p:nvGrpSpPr>
          <p:grpSpPr>
            <a:xfrm>
              <a:off x="7164371" y="2683603"/>
              <a:ext cx="1793708" cy="552609"/>
              <a:chOff x="6904497" y="1887188"/>
              <a:chExt cx="2251495" cy="698740"/>
            </a:xfrm>
          </p:grpSpPr>
          <p:sp>
            <p:nvSpPr>
              <p:cNvPr id="61" name="header_preco_medio">
                <a:extLst>
                  <a:ext uri="{FF2B5EF4-FFF2-40B4-BE49-F238E27FC236}">
                    <a16:creationId xmlns:a16="http://schemas.microsoft.com/office/drawing/2014/main" id="{16F4FFF8-FEC9-6678-DF96-AF053BCAA1CB}"/>
                  </a:ext>
                </a:extLst>
              </p:cNvPr>
              <p:cNvSpPr/>
              <p:nvPr/>
            </p:nvSpPr>
            <p:spPr>
              <a:xfrm>
                <a:off x="6904497" y="1887188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62" name="val_abs_preco_medio">
                <a:extLst>
                  <a:ext uri="{FF2B5EF4-FFF2-40B4-BE49-F238E27FC236}">
                    <a16:creationId xmlns:a16="http://schemas.microsoft.com/office/drawing/2014/main" id="{78C56876-0EDF-0D71-A0A7-65FA6C576449}"/>
                  </a:ext>
                </a:extLst>
              </p:cNvPr>
              <p:cNvSpPr/>
              <p:nvPr/>
            </p:nvSpPr>
            <p:spPr>
              <a:xfrm>
                <a:off x="6904497" y="2206364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63" name="var_per_preco_medio">
                <a:extLst>
                  <a:ext uri="{FF2B5EF4-FFF2-40B4-BE49-F238E27FC236}">
                    <a16:creationId xmlns:a16="http://schemas.microsoft.com/office/drawing/2014/main" id="{FA2961A2-47BD-827A-4A01-2C9542B559C2}"/>
                  </a:ext>
                </a:extLst>
              </p:cNvPr>
              <p:cNvSpPr/>
              <p:nvPr/>
            </p:nvSpPr>
            <p:spPr>
              <a:xfrm>
                <a:off x="8258844" y="2206364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44B3E1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44B3E1"/>
                  </a:solidFill>
                </a:endParaRPr>
              </a:p>
            </p:txBody>
          </p:sp>
        </p:grpSp>
        <p:grpSp>
          <p:nvGrpSpPr>
            <p:cNvPr id="21" name="group_BUYERS">
              <a:extLst>
                <a:ext uri="{FF2B5EF4-FFF2-40B4-BE49-F238E27FC236}">
                  <a16:creationId xmlns:a16="http://schemas.microsoft.com/office/drawing/2014/main" id="{8C17B858-3DA0-9803-2FF9-A3E7226B38FC}"/>
                </a:ext>
              </a:extLst>
            </p:cNvPr>
            <p:cNvGrpSpPr/>
            <p:nvPr/>
          </p:nvGrpSpPr>
          <p:grpSpPr>
            <a:xfrm>
              <a:off x="1156139" y="3661469"/>
              <a:ext cx="1793708" cy="552609"/>
              <a:chOff x="995412" y="3123638"/>
              <a:chExt cx="2251495" cy="698740"/>
            </a:xfrm>
          </p:grpSpPr>
          <p:sp>
            <p:nvSpPr>
              <p:cNvPr id="58" name="header_compradores">
                <a:extLst>
                  <a:ext uri="{FF2B5EF4-FFF2-40B4-BE49-F238E27FC236}">
                    <a16:creationId xmlns:a16="http://schemas.microsoft.com/office/drawing/2014/main" id="{E127F98D-7516-0886-E909-3D8812892CD7}"/>
                  </a:ext>
                </a:extLst>
              </p:cNvPr>
              <p:cNvSpPr/>
              <p:nvPr/>
            </p:nvSpPr>
            <p:spPr>
              <a:xfrm>
                <a:off x="995412" y="3123638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59" name="val_abs_compradores">
                <a:extLst>
                  <a:ext uri="{FF2B5EF4-FFF2-40B4-BE49-F238E27FC236}">
                    <a16:creationId xmlns:a16="http://schemas.microsoft.com/office/drawing/2014/main" id="{6D645623-69EC-2A0A-7230-87DBFC6857C2}"/>
                  </a:ext>
                </a:extLst>
              </p:cNvPr>
              <p:cNvSpPr/>
              <p:nvPr/>
            </p:nvSpPr>
            <p:spPr>
              <a:xfrm>
                <a:off x="995412" y="3442814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60" name="var_per_compradores">
                <a:extLst>
                  <a:ext uri="{FF2B5EF4-FFF2-40B4-BE49-F238E27FC236}">
                    <a16:creationId xmlns:a16="http://schemas.microsoft.com/office/drawing/2014/main" id="{4B62DAA4-B820-6432-FDB5-55F49D0906BE}"/>
                  </a:ext>
                </a:extLst>
              </p:cNvPr>
              <p:cNvSpPr/>
              <p:nvPr/>
            </p:nvSpPr>
            <p:spPr>
              <a:xfrm>
                <a:off x="2349759" y="3442814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44B3E1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44B3E1"/>
                  </a:solidFill>
                </a:endParaRPr>
              </a:p>
            </p:txBody>
          </p:sp>
        </p:grpSp>
        <p:grpSp>
          <p:nvGrpSpPr>
            <p:cNvPr id="22" name="group_VOL-PER-BUYER">
              <a:extLst>
                <a:ext uri="{FF2B5EF4-FFF2-40B4-BE49-F238E27FC236}">
                  <a16:creationId xmlns:a16="http://schemas.microsoft.com/office/drawing/2014/main" id="{C1D111A1-0849-67D3-9EF7-38E4C2472ACB}"/>
                </a:ext>
              </a:extLst>
            </p:cNvPr>
            <p:cNvGrpSpPr/>
            <p:nvPr/>
          </p:nvGrpSpPr>
          <p:grpSpPr>
            <a:xfrm>
              <a:off x="5108997" y="3661469"/>
              <a:ext cx="1793708" cy="552609"/>
              <a:chOff x="4883041" y="3123638"/>
              <a:chExt cx="2251495" cy="698740"/>
            </a:xfrm>
          </p:grpSpPr>
          <p:sp>
            <p:nvSpPr>
              <p:cNvPr id="55" name="header_volume_por_comprador">
                <a:extLst>
                  <a:ext uri="{FF2B5EF4-FFF2-40B4-BE49-F238E27FC236}">
                    <a16:creationId xmlns:a16="http://schemas.microsoft.com/office/drawing/2014/main" id="{C7AA327E-7C72-D013-8835-F197EB7F905A}"/>
                  </a:ext>
                </a:extLst>
              </p:cNvPr>
              <p:cNvSpPr/>
              <p:nvPr/>
            </p:nvSpPr>
            <p:spPr>
              <a:xfrm>
                <a:off x="4883041" y="3123638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56" name="val_abs_volume_por_comprador">
                <a:extLst>
                  <a:ext uri="{FF2B5EF4-FFF2-40B4-BE49-F238E27FC236}">
                    <a16:creationId xmlns:a16="http://schemas.microsoft.com/office/drawing/2014/main" id="{61EEEC82-69E6-8A5C-F3CF-683972B86741}"/>
                  </a:ext>
                </a:extLst>
              </p:cNvPr>
              <p:cNvSpPr/>
              <p:nvPr/>
            </p:nvSpPr>
            <p:spPr>
              <a:xfrm>
                <a:off x="4883041" y="3442814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57" name="var_per_volume_por_comprador">
                <a:extLst>
                  <a:ext uri="{FF2B5EF4-FFF2-40B4-BE49-F238E27FC236}">
                    <a16:creationId xmlns:a16="http://schemas.microsoft.com/office/drawing/2014/main" id="{61EB6B54-9694-744B-0659-86572FCED2B3}"/>
                  </a:ext>
                </a:extLst>
              </p:cNvPr>
              <p:cNvSpPr/>
              <p:nvPr/>
            </p:nvSpPr>
            <p:spPr>
              <a:xfrm>
                <a:off x="6237388" y="3442814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FF5757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FF5757"/>
                  </a:solidFill>
                </a:endParaRPr>
              </a:p>
            </p:txBody>
          </p:sp>
        </p:grpSp>
        <p:grpSp>
          <p:nvGrpSpPr>
            <p:cNvPr id="23" name="group_HHOLDS">
              <a:extLst>
                <a:ext uri="{FF2B5EF4-FFF2-40B4-BE49-F238E27FC236}">
                  <a16:creationId xmlns:a16="http://schemas.microsoft.com/office/drawing/2014/main" id="{73A6D123-7E2F-473B-3845-7E6CA52EE7FF}"/>
                </a:ext>
              </a:extLst>
            </p:cNvPr>
            <p:cNvGrpSpPr/>
            <p:nvPr/>
          </p:nvGrpSpPr>
          <p:grpSpPr>
            <a:xfrm>
              <a:off x="2126815" y="4632519"/>
              <a:ext cx="1793708" cy="552609"/>
              <a:chOff x="1950070" y="4351470"/>
              <a:chExt cx="2251495" cy="698740"/>
            </a:xfrm>
          </p:grpSpPr>
          <p:sp>
            <p:nvSpPr>
              <p:cNvPr id="52" name="header_total_domicilios">
                <a:extLst>
                  <a:ext uri="{FF2B5EF4-FFF2-40B4-BE49-F238E27FC236}">
                    <a16:creationId xmlns:a16="http://schemas.microsoft.com/office/drawing/2014/main" id="{607AE2E3-3401-1A7C-00E1-7AAFCAD395DA}"/>
                  </a:ext>
                </a:extLst>
              </p:cNvPr>
              <p:cNvSpPr/>
              <p:nvPr/>
            </p:nvSpPr>
            <p:spPr>
              <a:xfrm>
                <a:off x="1950070" y="4351470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53" name="val_abs_total_domicilios">
                <a:extLst>
                  <a:ext uri="{FF2B5EF4-FFF2-40B4-BE49-F238E27FC236}">
                    <a16:creationId xmlns:a16="http://schemas.microsoft.com/office/drawing/2014/main" id="{A318A0D0-25F9-3130-BC38-ACC264DF4E8F}"/>
                  </a:ext>
                </a:extLst>
              </p:cNvPr>
              <p:cNvSpPr/>
              <p:nvPr/>
            </p:nvSpPr>
            <p:spPr>
              <a:xfrm>
                <a:off x="1950070" y="4670646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54" name="var_per_total_domicilios">
                <a:extLst>
                  <a:ext uri="{FF2B5EF4-FFF2-40B4-BE49-F238E27FC236}">
                    <a16:creationId xmlns:a16="http://schemas.microsoft.com/office/drawing/2014/main" id="{B0124C38-3E7B-829E-D716-228CF66E457A}"/>
                  </a:ext>
                </a:extLst>
              </p:cNvPr>
              <p:cNvSpPr/>
              <p:nvPr/>
            </p:nvSpPr>
            <p:spPr>
              <a:xfrm>
                <a:off x="3304417" y="4670646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4" name="group_PENETRATION">
              <a:extLst>
                <a:ext uri="{FF2B5EF4-FFF2-40B4-BE49-F238E27FC236}">
                  <a16:creationId xmlns:a16="http://schemas.microsoft.com/office/drawing/2014/main" id="{A42FCB2E-5C7B-5BEE-1397-0AE53A35D8DF}"/>
                </a:ext>
              </a:extLst>
            </p:cNvPr>
            <p:cNvGrpSpPr/>
            <p:nvPr/>
          </p:nvGrpSpPr>
          <p:grpSpPr>
            <a:xfrm>
              <a:off x="176696" y="4632519"/>
              <a:ext cx="1793708" cy="552609"/>
              <a:chOff x="32131" y="4351470"/>
              <a:chExt cx="2251495" cy="698740"/>
            </a:xfrm>
          </p:grpSpPr>
          <p:sp>
            <p:nvSpPr>
              <p:cNvPr id="49" name="header_penetracao">
                <a:extLst>
                  <a:ext uri="{FF2B5EF4-FFF2-40B4-BE49-F238E27FC236}">
                    <a16:creationId xmlns:a16="http://schemas.microsoft.com/office/drawing/2014/main" id="{0EE557CA-923F-E9A5-C71F-54C175552AA9}"/>
                  </a:ext>
                </a:extLst>
              </p:cNvPr>
              <p:cNvSpPr/>
              <p:nvPr/>
            </p:nvSpPr>
            <p:spPr>
              <a:xfrm>
                <a:off x="32131" y="4351470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50" name="val_abs_penetracao">
                <a:extLst>
                  <a:ext uri="{FF2B5EF4-FFF2-40B4-BE49-F238E27FC236}">
                    <a16:creationId xmlns:a16="http://schemas.microsoft.com/office/drawing/2014/main" id="{D40CDFD6-6E4B-F5C4-7012-9DA01B1FB96F}"/>
                  </a:ext>
                </a:extLst>
              </p:cNvPr>
              <p:cNvSpPr/>
              <p:nvPr/>
            </p:nvSpPr>
            <p:spPr>
              <a:xfrm>
                <a:off x="32131" y="4670646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51" name="var_per_penetracao">
                <a:extLst>
                  <a:ext uri="{FF2B5EF4-FFF2-40B4-BE49-F238E27FC236}">
                    <a16:creationId xmlns:a16="http://schemas.microsoft.com/office/drawing/2014/main" id="{C423D68B-84F3-AD02-1C59-2320F5A06689}"/>
                  </a:ext>
                </a:extLst>
              </p:cNvPr>
              <p:cNvSpPr/>
              <p:nvPr/>
            </p:nvSpPr>
            <p:spPr>
              <a:xfrm>
                <a:off x="1386478" y="4670646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44B3E1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44B3E1"/>
                  </a:solidFill>
                </a:endParaRPr>
              </a:p>
            </p:txBody>
          </p:sp>
        </p:grpSp>
        <p:grpSp>
          <p:nvGrpSpPr>
            <p:cNvPr id="25" name="group_VOL-PER-TRIP">
              <a:extLst>
                <a:ext uri="{FF2B5EF4-FFF2-40B4-BE49-F238E27FC236}">
                  <a16:creationId xmlns:a16="http://schemas.microsoft.com/office/drawing/2014/main" id="{75A5401E-2F6B-5736-79C1-4A432EBCC9C2}"/>
                </a:ext>
              </a:extLst>
            </p:cNvPr>
            <p:cNvGrpSpPr/>
            <p:nvPr/>
          </p:nvGrpSpPr>
          <p:grpSpPr>
            <a:xfrm>
              <a:off x="6062137" y="4630246"/>
              <a:ext cx="1793708" cy="552609"/>
              <a:chOff x="5820452" y="4348597"/>
              <a:chExt cx="2251495" cy="698740"/>
            </a:xfrm>
          </p:grpSpPr>
          <p:sp>
            <p:nvSpPr>
              <p:cNvPr id="46" name="header_volume_por_viagem">
                <a:extLst>
                  <a:ext uri="{FF2B5EF4-FFF2-40B4-BE49-F238E27FC236}">
                    <a16:creationId xmlns:a16="http://schemas.microsoft.com/office/drawing/2014/main" id="{6AD25F49-9F3C-AC1E-A44A-5AAA1DD93A54}"/>
                  </a:ext>
                </a:extLst>
              </p:cNvPr>
              <p:cNvSpPr/>
              <p:nvPr/>
            </p:nvSpPr>
            <p:spPr>
              <a:xfrm>
                <a:off x="5820452" y="4348597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47" name="val_abs_volume_por_viagem">
                <a:extLst>
                  <a:ext uri="{FF2B5EF4-FFF2-40B4-BE49-F238E27FC236}">
                    <a16:creationId xmlns:a16="http://schemas.microsoft.com/office/drawing/2014/main" id="{AE722031-A1EA-A81C-9666-A66A698BC135}"/>
                  </a:ext>
                </a:extLst>
              </p:cNvPr>
              <p:cNvSpPr/>
              <p:nvPr/>
            </p:nvSpPr>
            <p:spPr>
              <a:xfrm>
                <a:off x="5820452" y="4667773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48" name="var_per_volume_por_viagem">
                <a:extLst>
                  <a:ext uri="{FF2B5EF4-FFF2-40B4-BE49-F238E27FC236}">
                    <a16:creationId xmlns:a16="http://schemas.microsoft.com/office/drawing/2014/main" id="{74410259-9E85-4D58-931F-4407CFED98D9}"/>
                  </a:ext>
                </a:extLst>
              </p:cNvPr>
              <p:cNvSpPr/>
              <p:nvPr/>
            </p:nvSpPr>
            <p:spPr>
              <a:xfrm>
                <a:off x="7174799" y="4667773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44B3E1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44B3E1"/>
                  </a:solidFill>
                </a:endParaRPr>
              </a:p>
            </p:txBody>
          </p:sp>
        </p:grpSp>
        <p:grpSp>
          <p:nvGrpSpPr>
            <p:cNvPr id="26" name="group_FREQUENCY">
              <a:extLst>
                <a:ext uri="{FF2B5EF4-FFF2-40B4-BE49-F238E27FC236}">
                  <a16:creationId xmlns:a16="http://schemas.microsoft.com/office/drawing/2014/main" id="{1DAFC556-274A-D7FA-D78D-D48907FC1BE6}"/>
                </a:ext>
              </a:extLst>
            </p:cNvPr>
            <p:cNvGrpSpPr/>
            <p:nvPr/>
          </p:nvGrpSpPr>
          <p:grpSpPr>
            <a:xfrm>
              <a:off x="4155878" y="4630246"/>
              <a:ext cx="1793708" cy="552609"/>
              <a:chOff x="3945650" y="4348597"/>
              <a:chExt cx="2251495" cy="698740"/>
            </a:xfrm>
          </p:grpSpPr>
          <p:sp>
            <p:nvSpPr>
              <p:cNvPr id="43" name="shape_header_frequencia">
                <a:extLst>
                  <a:ext uri="{FF2B5EF4-FFF2-40B4-BE49-F238E27FC236}">
                    <a16:creationId xmlns:a16="http://schemas.microsoft.com/office/drawing/2014/main" id="{73792DB7-095B-EDD0-4F2C-EE36CCD34CD5}"/>
                  </a:ext>
                </a:extLst>
              </p:cNvPr>
              <p:cNvSpPr/>
              <p:nvPr/>
            </p:nvSpPr>
            <p:spPr>
              <a:xfrm>
                <a:off x="3945650" y="4348597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44" name="val_abs_frequencia">
                <a:extLst>
                  <a:ext uri="{FF2B5EF4-FFF2-40B4-BE49-F238E27FC236}">
                    <a16:creationId xmlns:a16="http://schemas.microsoft.com/office/drawing/2014/main" id="{4FBB8456-C789-E0A4-589C-7F3C9E07D519}"/>
                  </a:ext>
                </a:extLst>
              </p:cNvPr>
              <p:cNvSpPr/>
              <p:nvPr/>
            </p:nvSpPr>
            <p:spPr>
              <a:xfrm>
                <a:off x="3945650" y="4667773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45" name="var_per_frequencia">
                <a:extLst>
                  <a:ext uri="{FF2B5EF4-FFF2-40B4-BE49-F238E27FC236}">
                    <a16:creationId xmlns:a16="http://schemas.microsoft.com/office/drawing/2014/main" id="{CCF0FC2B-DF5B-F288-2D25-310490729430}"/>
                  </a:ext>
                </a:extLst>
              </p:cNvPr>
              <p:cNvSpPr/>
              <p:nvPr/>
            </p:nvSpPr>
            <p:spPr>
              <a:xfrm>
                <a:off x="5299997" y="4667773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FF5757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FF5757"/>
                  </a:solidFill>
                </a:endParaRPr>
              </a:p>
            </p:txBody>
          </p:sp>
        </p:grpSp>
        <p:grpSp>
          <p:nvGrpSpPr>
            <p:cNvPr id="27" name="group_SPEND-PER-TRIP">
              <a:extLst>
                <a:ext uri="{FF2B5EF4-FFF2-40B4-BE49-F238E27FC236}">
                  <a16:creationId xmlns:a16="http://schemas.microsoft.com/office/drawing/2014/main" id="{D4CBAAC8-E1C9-856F-F586-8574C49B6BFC}"/>
                </a:ext>
              </a:extLst>
            </p:cNvPr>
            <p:cNvGrpSpPr/>
            <p:nvPr/>
          </p:nvGrpSpPr>
          <p:grpSpPr>
            <a:xfrm>
              <a:off x="10243035" y="4627974"/>
              <a:ext cx="1793708" cy="552609"/>
              <a:chOff x="9932358" y="4345724"/>
              <a:chExt cx="2251495" cy="698740"/>
            </a:xfrm>
          </p:grpSpPr>
          <p:sp>
            <p:nvSpPr>
              <p:cNvPr id="40" name="header_gasto_por_viagem">
                <a:extLst>
                  <a:ext uri="{FF2B5EF4-FFF2-40B4-BE49-F238E27FC236}">
                    <a16:creationId xmlns:a16="http://schemas.microsoft.com/office/drawing/2014/main" id="{B5AB4158-1E59-CA20-B899-13E12362ADB9}"/>
                  </a:ext>
                </a:extLst>
              </p:cNvPr>
              <p:cNvSpPr/>
              <p:nvPr/>
            </p:nvSpPr>
            <p:spPr>
              <a:xfrm>
                <a:off x="9932358" y="4345724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41" name="val_abs_gasto_por_viagem">
                <a:extLst>
                  <a:ext uri="{FF2B5EF4-FFF2-40B4-BE49-F238E27FC236}">
                    <a16:creationId xmlns:a16="http://schemas.microsoft.com/office/drawing/2014/main" id="{A56ED166-1D83-E62F-1453-1EC77A855E24}"/>
                  </a:ext>
                </a:extLst>
              </p:cNvPr>
              <p:cNvSpPr/>
              <p:nvPr/>
            </p:nvSpPr>
            <p:spPr>
              <a:xfrm>
                <a:off x="9932358" y="4664900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42" name="var_per_gasto_por_viagem">
                <a:extLst>
                  <a:ext uri="{FF2B5EF4-FFF2-40B4-BE49-F238E27FC236}">
                    <a16:creationId xmlns:a16="http://schemas.microsoft.com/office/drawing/2014/main" id="{73847BAE-C220-715D-B352-A5E79CB5F62A}"/>
                  </a:ext>
                </a:extLst>
              </p:cNvPr>
              <p:cNvSpPr/>
              <p:nvPr/>
            </p:nvSpPr>
            <p:spPr>
              <a:xfrm>
                <a:off x="11286705" y="4664900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44B3E1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44B3E1"/>
                  </a:solidFill>
                </a:endParaRPr>
              </a:p>
            </p:txBody>
          </p:sp>
        </p:grpSp>
        <p:grpSp>
          <p:nvGrpSpPr>
            <p:cNvPr id="28" name="group_FREQUENCY2">
              <a:extLst>
                <a:ext uri="{FF2B5EF4-FFF2-40B4-BE49-F238E27FC236}">
                  <a16:creationId xmlns:a16="http://schemas.microsoft.com/office/drawing/2014/main" id="{D931877F-793E-B199-17BA-AF151F035171}"/>
                </a:ext>
              </a:extLst>
            </p:cNvPr>
            <p:cNvGrpSpPr/>
            <p:nvPr/>
          </p:nvGrpSpPr>
          <p:grpSpPr>
            <a:xfrm>
              <a:off x="8336776" y="4627974"/>
              <a:ext cx="1793708" cy="552609"/>
              <a:chOff x="8057556" y="4345724"/>
              <a:chExt cx="2251495" cy="698740"/>
            </a:xfrm>
          </p:grpSpPr>
          <p:sp>
            <p:nvSpPr>
              <p:cNvPr id="37" name="header_frequencia2">
                <a:extLst>
                  <a:ext uri="{FF2B5EF4-FFF2-40B4-BE49-F238E27FC236}">
                    <a16:creationId xmlns:a16="http://schemas.microsoft.com/office/drawing/2014/main" id="{21BCAE57-035C-AC5A-D775-FE34769580C3}"/>
                  </a:ext>
                </a:extLst>
              </p:cNvPr>
              <p:cNvSpPr/>
              <p:nvPr/>
            </p:nvSpPr>
            <p:spPr>
              <a:xfrm>
                <a:off x="8057556" y="4345724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38" name="val_abs_frequencia2">
                <a:extLst>
                  <a:ext uri="{FF2B5EF4-FFF2-40B4-BE49-F238E27FC236}">
                    <a16:creationId xmlns:a16="http://schemas.microsoft.com/office/drawing/2014/main" id="{0EA3AF00-2462-C9BA-5440-8FFEF16B8DFA}"/>
                  </a:ext>
                </a:extLst>
              </p:cNvPr>
              <p:cNvSpPr/>
              <p:nvPr/>
            </p:nvSpPr>
            <p:spPr>
              <a:xfrm>
                <a:off x="8057556" y="4664900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39" name="var_per_frequencia2">
                <a:extLst>
                  <a:ext uri="{FF2B5EF4-FFF2-40B4-BE49-F238E27FC236}">
                    <a16:creationId xmlns:a16="http://schemas.microsoft.com/office/drawing/2014/main" id="{9943CEB7-EDA4-A4A8-C6C0-02C88AA55FCD}"/>
                  </a:ext>
                </a:extLst>
              </p:cNvPr>
              <p:cNvSpPr/>
              <p:nvPr/>
            </p:nvSpPr>
            <p:spPr>
              <a:xfrm>
                <a:off x="9411903" y="4664900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FF5757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FF5757"/>
                  </a:solidFill>
                </a:endParaRPr>
              </a:p>
            </p:txBody>
          </p:sp>
        </p:grpSp>
        <p:grpSp>
          <p:nvGrpSpPr>
            <p:cNvPr id="29" name="group_SPEND-PER-BUYER">
              <a:extLst>
                <a:ext uri="{FF2B5EF4-FFF2-40B4-BE49-F238E27FC236}">
                  <a16:creationId xmlns:a16="http://schemas.microsoft.com/office/drawing/2014/main" id="{26F46DDC-CE97-6F76-A3D6-D9B9D4929FDE}"/>
                </a:ext>
              </a:extLst>
            </p:cNvPr>
            <p:cNvGrpSpPr/>
            <p:nvPr/>
          </p:nvGrpSpPr>
          <p:grpSpPr>
            <a:xfrm>
              <a:off x="9281138" y="3661469"/>
              <a:ext cx="1793708" cy="552609"/>
              <a:chOff x="8986334" y="3123638"/>
              <a:chExt cx="2251495" cy="698740"/>
            </a:xfrm>
          </p:grpSpPr>
          <p:sp>
            <p:nvSpPr>
              <p:cNvPr id="34" name="header_gasto_por_comprador">
                <a:extLst>
                  <a:ext uri="{FF2B5EF4-FFF2-40B4-BE49-F238E27FC236}">
                    <a16:creationId xmlns:a16="http://schemas.microsoft.com/office/drawing/2014/main" id="{DA2B30F0-94F4-8346-14EF-8793995A59C7}"/>
                  </a:ext>
                </a:extLst>
              </p:cNvPr>
              <p:cNvSpPr/>
              <p:nvPr/>
            </p:nvSpPr>
            <p:spPr>
              <a:xfrm>
                <a:off x="8986334" y="3123638"/>
                <a:ext cx="2251495" cy="319176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35" name="val_abs_gasto_por_comprador">
                <a:extLst>
                  <a:ext uri="{FF2B5EF4-FFF2-40B4-BE49-F238E27FC236}">
                    <a16:creationId xmlns:a16="http://schemas.microsoft.com/office/drawing/2014/main" id="{32420E42-4F1F-1FC6-4E46-09FC06088D9D}"/>
                  </a:ext>
                </a:extLst>
              </p:cNvPr>
              <p:cNvSpPr/>
              <p:nvPr/>
            </p:nvSpPr>
            <p:spPr>
              <a:xfrm>
                <a:off x="8986334" y="3442814"/>
                <a:ext cx="1354347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36" name="var_per_gasto_por_comprador">
                <a:extLst>
                  <a:ext uri="{FF2B5EF4-FFF2-40B4-BE49-F238E27FC236}">
                    <a16:creationId xmlns:a16="http://schemas.microsoft.com/office/drawing/2014/main" id="{21794538-3FC6-8692-1103-1A1754F2C56D}"/>
                  </a:ext>
                </a:extLst>
              </p:cNvPr>
              <p:cNvSpPr/>
              <p:nvPr/>
            </p:nvSpPr>
            <p:spPr>
              <a:xfrm>
                <a:off x="10340681" y="3442814"/>
                <a:ext cx="897148" cy="37956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FF5757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FF5757"/>
                  </a:solidFill>
                </a:endParaRPr>
              </a:p>
            </p:txBody>
          </p:sp>
        </p:grpSp>
        <p:grpSp>
          <p:nvGrpSpPr>
            <p:cNvPr id="4" name="group_VALUE">
              <a:extLst>
                <a:ext uri="{FF2B5EF4-FFF2-40B4-BE49-F238E27FC236}">
                  <a16:creationId xmlns:a16="http://schemas.microsoft.com/office/drawing/2014/main" id="{FC619828-8E9A-8A09-E7BF-93B3E0658479}"/>
                </a:ext>
              </a:extLst>
            </p:cNvPr>
            <p:cNvGrpSpPr/>
            <p:nvPr/>
          </p:nvGrpSpPr>
          <p:grpSpPr>
            <a:xfrm>
              <a:off x="5380901" y="1478326"/>
              <a:ext cx="1793708" cy="552609"/>
              <a:chOff x="5380901" y="1702445"/>
              <a:chExt cx="1793708" cy="552609"/>
            </a:xfrm>
          </p:grpSpPr>
          <p:sp>
            <p:nvSpPr>
              <p:cNvPr id="31" name="header_valor">
                <a:extLst>
                  <a:ext uri="{FF2B5EF4-FFF2-40B4-BE49-F238E27FC236}">
                    <a16:creationId xmlns:a16="http://schemas.microsoft.com/office/drawing/2014/main" id="{ED0CD9F3-4AD2-3C20-7F6D-B178BAE7FA2C}"/>
                  </a:ext>
                </a:extLst>
              </p:cNvPr>
              <p:cNvSpPr/>
              <p:nvPr/>
            </p:nvSpPr>
            <p:spPr>
              <a:xfrm>
                <a:off x="5380902" y="1702445"/>
                <a:ext cx="1793705" cy="252425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pt-BR" sz="800" b="1" dirty="0"/>
              </a:p>
            </p:txBody>
          </p:sp>
          <p:sp>
            <p:nvSpPr>
              <p:cNvPr id="32" name="val_abs_valor">
                <a:extLst>
                  <a:ext uri="{FF2B5EF4-FFF2-40B4-BE49-F238E27FC236}">
                    <a16:creationId xmlns:a16="http://schemas.microsoft.com/office/drawing/2014/main" id="{28CE9DF9-431F-8BAC-E6AC-D44C002FAF6B}"/>
                  </a:ext>
                </a:extLst>
              </p:cNvPr>
              <p:cNvSpPr/>
              <p:nvPr/>
            </p:nvSpPr>
            <p:spPr>
              <a:xfrm>
                <a:off x="5380901" y="1954870"/>
                <a:ext cx="1078971" cy="30018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000000"/>
                    </a:solidFill>
                    <a:latin typeface="Aptos Narrow"/>
                  </a:rPr>
                  <a:t>-</a:t>
                </a:r>
                <a:endParaRPr lang="pt-BR" sz="800" dirty="0"/>
              </a:p>
            </p:txBody>
          </p:sp>
          <p:sp>
            <p:nvSpPr>
              <p:cNvPr id="33" name="var_per_valor">
                <a:extLst>
                  <a:ext uri="{FF2B5EF4-FFF2-40B4-BE49-F238E27FC236}">
                    <a16:creationId xmlns:a16="http://schemas.microsoft.com/office/drawing/2014/main" id="{79440B85-56FA-9B12-4261-7F9563B39D4D}"/>
                  </a:ext>
                </a:extLst>
              </p:cNvPr>
              <p:cNvSpPr/>
              <p:nvPr/>
            </p:nvSpPr>
            <p:spPr>
              <a:xfrm>
                <a:off x="6459875" y="1954870"/>
                <a:ext cx="714734" cy="300184"/>
              </a:xfrm>
              <a:prstGeom prst="roundRect">
                <a:avLst>
                  <a:gd name="adj" fmla="val 0"/>
                </a:avLst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>
                <a:defPPr>
                  <a:defRPr lang="pt-BR"/>
                </a:defPPr>
                <a:lvl1pPr marL="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800" b="1" i="0" u="none" strike="noStrike" dirty="0">
                    <a:solidFill>
                      <a:srgbClr val="FF5757"/>
                    </a:solidFill>
                    <a:latin typeface="Aptos Narrow"/>
                  </a:rPr>
                  <a:t>-</a:t>
                </a:r>
                <a:endParaRPr lang="pt-BR" sz="800" dirty="0">
                  <a:solidFill>
                    <a:srgbClr val="FF5757"/>
                  </a:solidFill>
                </a:endParaRPr>
              </a:p>
            </p:txBody>
          </p:sp>
        </p:grpSp>
      </p:grpSp>
      <p:sp>
        <p:nvSpPr>
          <p:cNvPr id="69" name="FILTERS">
            <a:extLst>
              <a:ext uri="{FF2B5EF4-FFF2-40B4-BE49-F238E27FC236}">
                <a16:creationId xmlns:a16="http://schemas.microsoft.com/office/drawing/2014/main" id="{500441F3-67FE-081D-5AFB-8F1F01789C01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126692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9937A-77BD-B495-DF58-46C26A72D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92FF-670D-4E56-AC78-FEBA638D5B94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26E5A9-7DD7-4CB3-D574-7C0E21DE8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3ECE2-0224-5FFD-5A77-9FB14582E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2</a:t>
            </a:fld>
            <a:endParaRPr lang="pt-BR"/>
          </a:p>
        </p:txBody>
      </p:sp>
      <p:graphicFrame>
        <p:nvGraphicFramePr>
          <p:cNvPr id="9" name="CHART_02">
            <a:extLst>
              <a:ext uri="{FF2B5EF4-FFF2-40B4-BE49-F238E27FC236}">
                <a16:creationId xmlns:a16="http://schemas.microsoft.com/office/drawing/2014/main" id="{67BB58EC-5F9F-CA9F-1668-ACB6878C2E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8514939"/>
              </p:ext>
            </p:extLst>
          </p:nvPr>
        </p:nvGraphicFramePr>
        <p:xfrm>
          <a:off x="582707" y="719666"/>
          <a:ext cx="10999694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ILTERS">
            <a:extLst>
              <a:ext uri="{FF2B5EF4-FFF2-40B4-BE49-F238E27FC236}">
                <a16:creationId xmlns:a16="http://schemas.microsoft.com/office/drawing/2014/main" id="{BDFF198E-8C78-D3A0-5F79-0EE08C75E6C7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1494537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89E5AC-030D-857D-C3D2-F11C49CD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6D4A-8697-4E3A-B3DE-469FE120CD4F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EDEF9C-81D3-C934-F5F2-E9ECFF915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E6BFF7-2D04-0998-02F0-10139C4BC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3</a:t>
            </a:fld>
            <a:endParaRPr lang="pt-BR"/>
          </a:p>
        </p:txBody>
      </p:sp>
      <p:graphicFrame>
        <p:nvGraphicFramePr>
          <p:cNvPr id="6" name="CHART_03">
            <a:extLst>
              <a:ext uri="{FF2B5EF4-FFF2-40B4-BE49-F238E27FC236}">
                <a16:creationId xmlns:a16="http://schemas.microsoft.com/office/drawing/2014/main" id="{83BCE98C-FC55-762E-A5B5-0157C4D13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6194979"/>
              </p:ext>
            </p:extLst>
          </p:nvPr>
        </p:nvGraphicFramePr>
        <p:xfrm>
          <a:off x="358588" y="1253331"/>
          <a:ext cx="1094142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FILTERS">
            <a:extLst>
              <a:ext uri="{FF2B5EF4-FFF2-40B4-BE49-F238E27FC236}">
                <a16:creationId xmlns:a16="http://schemas.microsoft.com/office/drawing/2014/main" id="{C2172C1F-7EB7-161E-DE28-FCF5112C0987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419944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2CD71F-B2C9-5525-82E1-0F64F6505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25CA4-AC9D-4BB5-BDC7-E769A53985AB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A666F9-8298-350A-7452-E71325534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B90CC-E841-1639-0E8F-F96A82C9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4</a:t>
            </a:fld>
            <a:endParaRPr lang="pt-BR"/>
          </a:p>
        </p:txBody>
      </p:sp>
      <p:graphicFrame>
        <p:nvGraphicFramePr>
          <p:cNvPr id="12" name="CHART_04_6">
            <a:extLst>
              <a:ext uri="{FF2B5EF4-FFF2-40B4-BE49-F238E27FC236}">
                <a16:creationId xmlns:a16="http://schemas.microsoft.com/office/drawing/2014/main" id="{1B8841FE-1B49-0413-E7F2-98076191B8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79437326"/>
              </p:ext>
            </p:extLst>
          </p:nvPr>
        </p:nvGraphicFramePr>
        <p:xfrm>
          <a:off x="8061508" y="3478775"/>
          <a:ext cx="4074459" cy="172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HART_04_5">
            <a:extLst>
              <a:ext uri="{FF2B5EF4-FFF2-40B4-BE49-F238E27FC236}">
                <a16:creationId xmlns:a16="http://schemas.microsoft.com/office/drawing/2014/main" id="{497A6756-C3DC-B20D-6029-ADDA8E36B3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99801227"/>
              </p:ext>
            </p:extLst>
          </p:nvPr>
        </p:nvGraphicFramePr>
        <p:xfrm>
          <a:off x="4034114" y="3478775"/>
          <a:ext cx="4074459" cy="172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_04_4">
            <a:extLst>
              <a:ext uri="{FF2B5EF4-FFF2-40B4-BE49-F238E27FC236}">
                <a16:creationId xmlns:a16="http://schemas.microsoft.com/office/drawing/2014/main" id="{17220CE6-74AB-4A24-AC2E-6DD8E9E2C8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775653"/>
              </p:ext>
            </p:extLst>
          </p:nvPr>
        </p:nvGraphicFramePr>
        <p:xfrm>
          <a:off x="6720" y="3478775"/>
          <a:ext cx="4074459" cy="172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CHART_04_3">
            <a:extLst>
              <a:ext uri="{FF2B5EF4-FFF2-40B4-BE49-F238E27FC236}">
                <a16:creationId xmlns:a16="http://schemas.microsoft.com/office/drawing/2014/main" id="{3A22AF13-5E3E-F8D6-A306-EF7D29873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227517"/>
              </p:ext>
            </p:extLst>
          </p:nvPr>
        </p:nvGraphicFramePr>
        <p:xfrm>
          <a:off x="8108573" y="1476003"/>
          <a:ext cx="4074459" cy="172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8" name="CHART_04_2">
            <a:extLst>
              <a:ext uri="{FF2B5EF4-FFF2-40B4-BE49-F238E27FC236}">
                <a16:creationId xmlns:a16="http://schemas.microsoft.com/office/drawing/2014/main" id="{3CF33D4F-3FFE-6870-2DAB-C7272AB031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536315"/>
              </p:ext>
            </p:extLst>
          </p:nvPr>
        </p:nvGraphicFramePr>
        <p:xfrm>
          <a:off x="4081179" y="1476003"/>
          <a:ext cx="4074459" cy="172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6" name="CHART_04_1">
            <a:extLst>
              <a:ext uri="{FF2B5EF4-FFF2-40B4-BE49-F238E27FC236}">
                <a16:creationId xmlns:a16="http://schemas.microsoft.com/office/drawing/2014/main" id="{6F8CFCA2-5C29-7EA4-A288-C8C255D9BF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0829320"/>
              </p:ext>
            </p:extLst>
          </p:nvPr>
        </p:nvGraphicFramePr>
        <p:xfrm>
          <a:off x="53785" y="1476003"/>
          <a:ext cx="4074459" cy="17243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" name="FILTERS">
            <a:extLst>
              <a:ext uri="{FF2B5EF4-FFF2-40B4-BE49-F238E27FC236}">
                <a16:creationId xmlns:a16="http://schemas.microsoft.com/office/drawing/2014/main" id="{03619E97-B426-2904-40C2-F82AC33D5E61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354401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2785B-29FD-8BBA-CD09-EE9402D88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AA3C3-5932-4061-AD2E-9FEE58723713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6EDC5C-8304-8206-1508-E9160FB79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1004F-77FD-A2AE-3F22-1696A4217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5</a:t>
            </a:fld>
            <a:endParaRPr lang="pt-BR"/>
          </a:p>
        </p:txBody>
      </p:sp>
      <p:graphicFrame>
        <p:nvGraphicFramePr>
          <p:cNvPr id="6" name="CHART_05">
            <a:extLst>
              <a:ext uri="{FF2B5EF4-FFF2-40B4-BE49-F238E27FC236}">
                <a16:creationId xmlns:a16="http://schemas.microsoft.com/office/drawing/2014/main" id="{B922E509-C3E8-CB2E-E65C-38A549DC3C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296636"/>
              </p:ext>
            </p:extLst>
          </p:nvPr>
        </p:nvGraphicFramePr>
        <p:xfrm>
          <a:off x="331694" y="989386"/>
          <a:ext cx="11528612" cy="48792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FILTERS">
            <a:extLst>
              <a:ext uri="{FF2B5EF4-FFF2-40B4-BE49-F238E27FC236}">
                <a16:creationId xmlns:a16="http://schemas.microsoft.com/office/drawing/2014/main" id="{E5B1EF0B-34E4-4568-35D6-71A743BD5FD2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4243086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74957F-CF53-526F-F696-1580D9A7C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387D00-8F18-4B97-BA0B-9314DF3BB7A0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880207-87BF-BECA-6547-8440BECB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2992AD-CC1B-C67B-B698-3D45A1697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6</a:t>
            </a:fld>
            <a:endParaRPr lang="pt-BR"/>
          </a:p>
        </p:txBody>
      </p:sp>
      <p:graphicFrame>
        <p:nvGraphicFramePr>
          <p:cNvPr id="4" name="CHART-08-1">
            <a:extLst>
              <a:ext uri="{FF2B5EF4-FFF2-40B4-BE49-F238E27FC236}">
                <a16:creationId xmlns:a16="http://schemas.microsoft.com/office/drawing/2014/main" id="{F2A527CA-F45F-D852-B351-E699DA8BE7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4342951"/>
              </p:ext>
            </p:extLst>
          </p:nvPr>
        </p:nvGraphicFramePr>
        <p:xfrm>
          <a:off x="371475" y="914400"/>
          <a:ext cx="11455401" cy="49012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ILTERS">
            <a:extLst>
              <a:ext uri="{FF2B5EF4-FFF2-40B4-BE49-F238E27FC236}">
                <a16:creationId xmlns:a16="http://schemas.microsoft.com/office/drawing/2014/main" id="{A02C07C7-07B2-95A6-1F7E-8C048003D314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212441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BCD56D-DB60-44BB-6B73-6DA16D8E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5AAFE-60E6-41FC-8E6D-2F88A022947B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99984-4AAB-C645-B35D-F1073FA2F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3D4B4-6E15-10E8-B8EF-9683DC2C8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7</a:t>
            </a:fld>
            <a:endParaRPr lang="pt-BR"/>
          </a:p>
        </p:txBody>
      </p:sp>
      <p:graphicFrame>
        <p:nvGraphicFramePr>
          <p:cNvPr id="4" name="CHART_07_2">
            <a:extLst>
              <a:ext uri="{FF2B5EF4-FFF2-40B4-BE49-F238E27FC236}">
                <a16:creationId xmlns:a16="http://schemas.microsoft.com/office/drawing/2014/main" id="{600E2277-FCB7-070A-E8DC-BAF8483ADD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3522184"/>
              </p:ext>
            </p:extLst>
          </p:nvPr>
        </p:nvGraphicFramePr>
        <p:xfrm>
          <a:off x="371475" y="3908612"/>
          <a:ext cx="11455401" cy="17784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_07_1">
            <a:extLst>
              <a:ext uri="{FF2B5EF4-FFF2-40B4-BE49-F238E27FC236}">
                <a16:creationId xmlns:a16="http://schemas.microsoft.com/office/drawing/2014/main" id="{6F8DCC71-C120-0873-BAF4-2F06602B1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610450"/>
              </p:ext>
            </p:extLst>
          </p:nvPr>
        </p:nvGraphicFramePr>
        <p:xfrm>
          <a:off x="371475" y="1237128"/>
          <a:ext cx="11455401" cy="2805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FILTERS">
            <a:extLst>
              <a:ext uri="{FF2B5EF4-FFF2-40B4-BE49-F238E27FC236}">
                <a16:creationId xmlns:a16="http://schemas.microsoft.com/office/drawing/2014/main" id="{A51EE1D1-4C18-5924-0EBB-E43637440AFB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843483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5BBA0-EDD7-E019-F080-57F94E95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A6A16-9E5D-47FB-A494-818E1A5FFEFB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8486D-6477-A608-D6B1-0CA197A6F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F7FE7-B4FD-0E78-A305-F6C2C5AC2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8</a:t>
            </a:fld>
            <a:endParaRPr lang="pt-BR"/>
          </a:p>
        </p:txBody>
      </p:sp>
      <p:graphicFrame>
        <p:nvGraphicFramePr>
          <p:cNvPr id="13" name="CHART_08_4">
            <a:extLst>
              <a:ext uri="{FF2B5EF4-FFF2-40B4-BE49-F238E27FC236}">
                <a16:creationId xmlns:a16="http://schemas.microsoft.com/office/drawing/2014/main" id="{8B1331A1-A501-4C74-084D-AB06833412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0324851"/>
              </p:ext>
            </p:extLst>
          </p:nvPr>
        </p:nvGraphicFramePr>
        <p:xfrm>
          <a:off x="6137834" y="3429000"/>
          <a:ext cx="5077012" cy="2709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_08_3">
            <a:extLst>
              <a:ext uri="{FF2B5EF4-FFF2-40B4-BE49-F238E27FC236}">
                <a16:creationId xmlns:a16="http://schemas.microsoft.com/office/drawing/2014/main" id="{42168929-96A3-D9C8-8182-E7124F8DBA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4324805"/>
              </p:ext>
            </p:extLst>
          </p:nvPr>
        </p:nvGraphicFramePr>
        <p:xfrm>
          <a:off x="6137834" y="558303"/>
          <a:ext cx="5077012" cy="2709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_08_2">
            <a:extLst>
              <a:ext uri="{FF2B5EF4-FFF2-40B4-BE49-F238E27FC236}">
                <a16:creationId xmlns:a16="http://schemas.microsoft.com/office/drawing/2014/main" id="{D4A58790-D3A0-FDDD-1156-8D2D8A9DD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3185463"/>
              </p:ext>
            </p:extLst>
          </p:nvPr>
        </p:nvGraphicFramePr>
        <p:xfrm>
          <a:off x="785904" y="3429000"/>
          <a:ext cx="5077012" cy="2709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_08_1">
            <a:extLst>
              <a:ext uri="{FF2B5EF4-FFF2-40B4-BE49-F238E27FC236}">
                <a16:creationId xmlns:a16="http://schemas.microsoft.com/office/drawing/2014/main" id="{DD1A20A2-C024-D338-8636-4D1D8679E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646444"/>
              </p:ext>
            </p:extLst>
          </p:nvPr>
        </p:nvGraphicFramePr>
        <p:xfrm>
          <a:off x="785904" y="558303"/>
          <a:ext cx="5077012" cy="2709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FILTERS">
            <a:extLst>
              <a:ext uri="{FF2B5EF4-FFF2-40B4-BE49-F238E27FC236}">
                <a16:creationId xmlns:a16="http://schemas.microsoft.com/office/drawing/2014/main" id="{919DFC5F-D48F-FBE4-5779-16C1418E1BC5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1591413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5F2A4C-21FC-3326-CAE2-707C9896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F7A6A-69BA-415F-A823-A7D845DD4FCA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D77F1-697F-E384-15A4-F350713B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CF488-312F-139B-E700-BC293E2DE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9</a:t>
            </a:fld>
            <a:endParaRPr lang="pt-BR"/>
          </a:p>
        </p:txBody>
      </p:sp>
      <p:graphicFrame>
        <p:nvGraphicFramePr>
          <p:cNvPr id="5" name="CHART_09">
            <a:extLst>
              <a:ext uri="{FF2B5EF4-FFF2-40B4-BE49-F238E27FC236}">
                <a16:creationId xmlns:a16="http://schemas.microsoft.com/office/drawing/2014/main" id="{E3D40646-7295-5DFB-D1FF-88D339C328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64232110"/>
              </p:ext>
            </p:extLst>
          </p:nvPr>
        </p:nvGraphicFramePr>
        <p:xfrm>
          <a:off x="368300" y="1476282"/>
          <a:ext cx="11455400" cy="38308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FILTERS">
            <a:extLst>
              <a:ext uri="{FF2B5EF4-FFF2-40B4-BE49-F238E27FC236}">
                <a16:creationId xmlns:a16="http://schemas.microsoft.com/office/drawing/2014/main" id="{EC26EB27-C903-7941-DB5A-987AD457AA67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33165361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Date Placeholder 374">
            <a:extLst>
              <a:ext uri="{FF2B5EF4-FFF2-40B4-BE49-F238E27FC236}">
                <a16:creationId xmlns:a16="http://schemas.microsoft.com/office/drawing/2014/main" id="{4252E4C7-1832-08BB-85A8-913DE59AB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7E05-951D-4798-A85F-25707A6BB64C}" type="datetime1">
              <a:rPr lang="pt-BR" smtClean="0"/>
              <a:t>29/09/2025</a:t>
            </a:fld>
            <a:endParaRPr lang="pt-BR"/>
          </a:p>
        </p:txBody>
      </p:sp>
      <p:sp>
        <p:nvSpPr>
          <p:cNvPr id="376" name="Footer Placeholder 375">
            <a:extLst>
              <a:ext uri="{FF2B5EF4-FFF2-40B4-BE49-F238E27FC236}">
                <a16:creationId xmlns:a16="http://schemas.microsoft.com/office/drawing/2014/main" id="{B15145DA-3492-69F5-86FA-E6A00456B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377" name="Slide Number Placeholder 376">
            <a:extLst>
              <a:ext uri="{FF2B5EF4-FFF2-40B4-BE49-F238E27FC236}">
                <a16:creationId xmlns:a16="http://schemas.microsoft.com/office/drawing/2014/main" id="{CF72670B-19CC-59BD-CDED-EE148CAD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10</a:t>
            </a:fld>
            <a:endParaRPr lang="pt-BR"/>
          </a:p>
        </p:txBody>
      </p:sp>
      <p:sp>
        <p:nvSpPr>
          <p:cNvPr id="378" name="FILTERS">
            <a:extLst>
              <a:ext uri="{FF2B5EF4-FFF2-40B4-BE49-F238E27FC236}">
                <a16:creationId xmlns:a16="http://schemas.microsoft.com/office/drawing/2014/main" id="{B06AAEB3-61EC-86C1-5519-654F5CE26CEA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  <p:grpSp>
        <p:nvGrpSpPr>
          <p:cNvPr id="194" name="VERTICAL_TREE_1">
            <a:extLst>
              <a:ext uri="{FF2B5EF4-FFF2-40B4-BE49-F238E27FC236}">
                <a16:creationId xmlns:a16="http://schemas.microsoft.com/office/drawing/2014/main" id="{987D69A3-57D1-4B85-CBA9-F0FABD6F4E07}"/>
              </a:ext>
            </a:extLst>
          </p:cNvPr>
          <p:cNvGrpSpPr/>
          <p:nvPr/>
        </p:nvGrpSpPr>
        <p:grpSpPr>
          <a:xfrm>
            <a:off x="249236" y="510987"/>
            <a:ext cx="2207090" cy="5640393"/>
            <a:chOff x="1369828" y="388414"/>
            <a:chExt cx="2207090" cy="6126084"/>
          </a:xfrm>
        </p:grpSpPr>
        <p:grpSp>
          <p:nvGrpSpPr>
            <p:cNvPr id="30" name="group_VALUE">
              <a:extLst>
                <a:ext uri="{FF2B5EF4-FFF2-40B4-BE49-F238E27FC236}">
                  <a16:creationId xmlns:a16="http://schemas.microsoft.com/office/drawing/2014/main" id="{FE6A5DF0-F948-5CB0-45C0-C8B2CC490C29}"/>
                </a:ext>
              </a:extLst>
            </p:cNvPr>
            <p:cNvGrpSpPr/>
            <p:nvPr/>
          </p:nvGrpSpPr>
          <p:grpSpPr>
            <a:xfrm>
              <a:off x="1369828" y="388414"/>
              <a:ext cx="2207090" cy="427375"/>
              <a:chOff x="1692998" y="407406"/>
              <a:chExt cx="2254312" cy="651852"/>
            </a:xfrm>
          </p:grpSpPr>
          <p:sp>
            <p:nvSpPr>
              <p:cNvPr id="27" name="header_VALUE">
                <a:extLst>
                  <a:ext uri="{FF2B5EF4-FFF2-40B4-BE49-F238E27FC236}">
                    <a16:creationId xmlns:a16="http://schemas.microsoft.com/office/drawing/2014/main" id="{5F0E06B1-EA00-7F3F-E8FA-A1FFF9DAC082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VALUE ($)</a:t>
                </a:r>
              </a:p>
            </p:txBody>
          </p:sp>
          <p:sp>
            <p:nvSpPr>
              <p:cNvPr id="28" name="val_VALUE">
                <a:extLst>
                  <a:ext uri="{FF2B5EF4-FFF2-40B4-BE49-F238E27FC236}">
                    <a16:creationId xmlns:a16="http://schemas.microsoft.com/office/drawing/2014/main" id="{F1882E54-C5F1-D473-44B3-C00CF29BEB8A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9" name="var_VALUE">
                <a:extLst>
                  <a:ext uri="{FF2B5EF4-FFF2-40B4-BE49-F238E27FC236}">
                    <a16:creationId xmlns:a16="http://schemas.microsoft.com/office/drawing/2014/main" id="{B164EE59-3C9B-A3F4-3214-0C2C4F7D72AF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" name="group_UNITS">
              <a:extLst>
                <a:ext uri="{FF2B5EF4-FFF2-40B4-BE49-F238E27FC236}">
                  <a16:creationId xmlns:a16="http://schemas.microsoft.com/office/drawing/2014/main" id="{C60463B7-1D06-7E54-BF3A-F3A9127F67FD}"/>
                </a:ext>
              </a:extLst>
            </p:cNvPr>
            <p:cNvGrpSpPr/>
            <p:nvPr/>
          </p:nvGrpSpPr>
          <p:grpSpPr>
            <a:xfrm>
              <a:off x="1369828" y="958285"/>
              <a:ext cx="2207090" cy="427375"/>
              <a:chOff x="1692998" y="407406"/>
              <a:chExt cx="2254312" cy="651852"/>
            </a:xfrm>
          </p:grpSpPr>
          <p:sp>
            <p:nvSpPr>
              <p:cNvPr id="3" name="header_UNITS">
                <a:extLst>
                  <a:ext uri="{FF2B5EF4-FFF2-40B4-BE49-F238E27FC236}">
                    <a16:creationId xmlns:a16="http://schemas.microsoft.com/office/drawing/2014/main" id="{072B6996-318A-0995-E5F6-14682B90C102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UNITS</a:t>
                </a:r>
                <a:endParaRPr lang="pt-BR" sz="900" b="1" dirty="0"/>
              </a:p>
            </p:txBody>
          </p:sp>
          <p:sp>
            <p:nvSpPr>
              <p:cNvPr id="4" name="val_UNITS">
                <a:extLst>
                  <a:ext uri="{FF2B5EF4-FFF2-40B4-BE49-F238E27FC236}">
                    <a16:creationId xmlns:a16="http://schemas.microsoft.com/office/drawing/2014/main" id="{96B76C84-4068-425A-5F27-1A284F0E38B9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5" name="var_UNITS">
                <a:extLst>
                  <a:ext uri="{FF2B5EF4-FFF2-40B4-BE49-F238E27FC236}">
                    <a16:creationId xmlns:a16="http://schemas.microsoft.com/office/drawing/2014/main" id="{719DA5F6-9390-0C35-F583-62E2CD344624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6" name="group_AVERAGE-PRICE">
              <a:extLst>
                <a:ext uri="{FF2B5EF4-FFF2-40B4-BE49-F238E27FC236}">
                  <a16:creationId xmlns:a16="http://schemas.microsoft.com/office/drawing/2014/main" id="{BB3AEADF-CC09-C577-5951-CC0A6BF769A3}"/>
                </a:ext>
              </a:extLst>
            </p:cNvPr>
            <p:cNvGrpSpPr/>
            <p:nvPr/>
          </p:nvGrpSpPr>
          <p:grpSpPr>
            <a:xfrm>
              <a:off x="1369828" y="1528156"/>
              <a:ext cx="2207090" cy="427375"/>
              <a:chOff x="1692998" y="407406"/>
              <a:chExt cx="2254312" cy="651852"/>
            </a:xfrm>
          </p:grpSpPr>
          <p:sp>
            <p:nvSpPr>
              <p:cNvPr id="7" name="header_AVERAGE-PRICE">
                <a:extLst>
                  <a:ext uri="{FF2B5EF4-FFF2-40B4-BE49-F238E27FC236}">
                    <a16:creationId xmlns:a16="http://schemas.microsoft.com/office/drawing/2014/main" id="{E1EBACE0-298C-6894-EAC1-4FEA03BD87EC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AVERAGE PRICE ($)</a:t>
                </a:r>
                <a:endParaRPr lang="pt-BR" sz="900" b="1" dirty="0"/>
              </a:p>
            </p:txBody>
          </p:sp>
          <p:sp>
            <p:nvSpPr>
              <p:cNvPr id="8" name="val_AVERAGE-PRICE">
                <a:extLst>
                  <a:ext uri="{FF2B5EF4-FFF2-40B4-BE49-F238E27FC236}">
                    <a16:creationId xmlns:a16="http://schemas.microsoft.com/office/drawing/2014/main" id="{9D7A5493-4F90-B211-123F-10F04D58416F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9" name="var_AVERAGE-PRICE">
                <a:extLst>
                  <a:ext uri="{FF2B5EF4-FFF2-40B4-BE49-F238E27FC236}">
                    <a16:creationId xmlns:a16="http://schemas.microsoft.com/office/drawing/2014/main" id="{5E486ED1-8C62-A5BC-8023-F9FF46B5FA3C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2" name="group_PENETRATION">
              <a:extLst>
                <a:ext uri="{FF2B5EF4-FFF2-40B4-BE49-F238E27FC236}">
                  <a16:creationId xmlns:a16="http://schemas.microsoft.com/office/drawing/2014/main" id="{5692C279-7AF9-771B-37B8-76D5A5CF10D4}"/>
                </a:ext>
              </a:extLst>
            </p:cNvPr>
            <p:cNvGrpSpPr/>
            <p:nvPr/>
          </p:nvGrpSpPr>
          <p:grpSpPr>
            <a:xfrm>
              <a:off x="1369828" y="2098027"/>
              <a:ext cx="2207090" cy="427375"/>
              <a:chOff x="1692998" y="407406"/>
              <a:chExt cx="2254312" cy="651852"/>
            </a:xfrm>
          </p:grpSpPr>
          <p:sp>
            <p:nvSpPr>
              <p:cNvPr id="23" name="header_PENETRATION">
                <a:extLst>
                  <a:ext uri="{FF2B5EF4-FFF2-40B4-BE49-F238E27FC236}">
                    <a16:creationId xmlns:a16="http://schemas.microsoft.com/office/drawing/2014/main" id="{22E4EC36-BCD0-B97C-041E-95E206C86FB9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PENETRATION (%)</a:t>
                </a:r>
              </a:p>
            </p:txBody>
          </p:sp>
          <p:sp>
            <p:nvSpPr>
              <p:cNvPr id="24" name="val_PENETRATION">
                <a:extLst>
                  <a:ext uri="{FF2B5EF4-FFF2-40B4-BE49-F238E27FC236}">
                    <a16:creationId xmlns:a16="http://schemas.microsoft.com/office/drawing/2014/main" id="{A9AF4B74-D332-1581-63CD-403FD8069F86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5" name="var_PENETRATION">
                <a:extLst>
                  <a:ext uri="{FF2B5EF4-FFF2-40B4-BE49-F238E27FC236}">
                    <a16:creationId xmlns:a16="http://schemas.microsoft.com/office/drawing/2014/main" id="{5D31F280-B4C1-43B4-2970-559E2FCC3B04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6" name="group_FREQUENCY">
              <a:extLst>
                <a:ext uri="{FF2B5EF4-FFF2-40B4-BE49-F238E27FC236}">
                  <a16:creationId xmlns:a16="http://schemas.microsoft.com/office/drawing/2014/main" id="{0F5D0913-E2F4-1E29-A252-E1D1B13F8B49}"/>
                </a:ext>
              </a:extLst>
            </p:cNvPr>
            <p:cNvGrpSpPr/>
            <p:nvPr/>
          </p:nvGrpSpPr>
          <p:grpSpPr>
            <a:xfrm>
              <a:off x="1369828" y="2667898"/>
              <a:ext cx="2207090" cy="427375"/>
              <a:chOff x="1692998" y="407406"/>
              <a:chExt cx="2254312" cy="651852"/>
            </a:xfrm>
          </p:grpSpPr>
          <p:sp>
            <p:nvSpPr>
              <p:cNvPr id="31" name="header_FREQUENCY">
                <a:extLst>
                  <a:ext uri="{FF2B5EF4-FFF2-40B4-BE49-F238E27FC236}">
                    <a16:creationId xmlns:a16="http://schemas.microsoft.com/office/drawing/2014/main" id="{EF38D316-675A-54D6-AB3C-276714265A35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FREQUENCY</a:t>
                </a:r>
              </a:p>
            </p:txBody>
          </p:sp>
          <p:sp>
            <p:nvSpPr>
              <p:cNvPr id="32" name="val_FREQUENCY">
                <a:extLst>
                  <a:ext uri="{FF2B5EF4-FFF2-40B4-BE49-F238E27FC236}">
                    <a16:creationId xmlns:a16="http://schemas.microsoft.com/office/drawing/2014/main" id="{A1FEAD6F-BC67-D896-F94C-D538BC5D1566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3" name="var_FREQUENCY">
                <a:extLst>
                  <a:ext uri="{FF2B5EF4-FFF2-40B4-BE49-F238E27FC236}">
                    <a16:creationId xmlns:a16="http://schemas.microsoft.com/office/drawing/2014/main" id="{97A80424-D1C0-0510-7D62-37EE3EF9FE5F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4" name="group_UNITS-PER-TRIP">
              <a:extLst>
                <a:ext uri="{FF2B5EF4-FFF2-40B4-BE49-F238E27FC236}">
                  <a16:creationId xmlns:a16="http://schemas.microsoft.com/office/drawing/2014/main" id="{D6FD93FC-0284-ADA8-09E0-E5A1A4F3E531}"/>
                </a:ext>
              </a:extLst>
            </p:cNvPr>
            <p:cNvGrpSpPr/>
            <p:nvPr/>
          </p:nvGrpSpPr>
          <p:grpSpPr>
            <a:xfrm>
              <a:off x="1369828" y="3237769"/>
              <a:ext cx="2207090" cy="427375"/>
              <a:chOff x="1692998" y="407406"/>
              <a:chExt cx="2254312" cy="651852"/>
            </a:xfrm>
          </p:grpSpPr>
          <p:sp>
            <p:nvSpPr>
              <p:cNvPr id="35" name="header_UNITS-PER-TRIP">
                <a:extLst>
                  <a:ext uri="{FF2B5EF4-FFF2-40B4-BE49-F238E27FC236}">
                    <a16:creationId xmlns:a16="http://schemas.microsoft.com/office/drawing/2014/main" id="{DB525B9E-256F-87AD-245F-E52E8A1FB615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UNITS PER TRIP (UNITS)</a:t>
                </a:r>
              </a:p>
            </p:txBody>
          </p:sp>
          <p:sp>
            <p:nvSpPr>
              <p:cNvPr id="36" name="val_UNITS-PER-TRIP">
                <a:extLst>
                  <a:ext uri="{FF2B5EF4-FFF2-40B4-BE49-F238E27FC236}">
                    <a16:creationId xmlns:a16="http://schemas.microsoft.com/office/drawing/2014/main" id="{5789F43D-38DC-4A98-90C0-BE5035504B21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7" name="var_UNITS-PER-TRIP">
                <a:extLst>
                  <a:ext uri="{FF2B5EF4-FFF2-40B4-BE49-F238E27FC236}">
                    <a16:creationId xmlns:a16="http://schemas.microsoft.com/office/drawing/2014/main" id="{4020A10E-E412-2D7C-EABF-674D7C0BB0CA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8" name="group_AVERAGE-TICKET">
              <a:extLst>
                <a:ext uri="{FF2B5EF4-FFF2-40B4-BE49-F238E27FC236}">
                  <a16:creationId xmlns:a16="http://schemas.microsoft.com/office/drawing/2014/main" id="{D8F11D5A-91CF-C9F5-AEE7-B8BD4FC64865}"/>
                </a:ext>
              </a:extLst>
            </p:cNvPr>
            <p:cNvGrpSpPr/>
            <p:nvPr/>
          </p:nvGrpSpPr>
          <p:grpSpPr>
            <a:xfrm>
              <a:off x="1369828" y="3807640"/>
              <a:ext cx="2207090" cy="427375"/>
              <a:chOff x="1692998" y="407406"/>
              <a:chExt cx="2254312" cy="651852"/>
            </a:xfrm>
          </p:grpSpPr>
          <p:sp>
            <p:nvSpPr>
              <p:cNvPr id="39" name="header_AVERAGE-TICKET">
                <a:extLst>
                  <a:ext uri="{FF2B5EF4-FFF2-40B4-BE49-F238E27FC236}">
                    <a16:creationId xmlns:a16="http://schemas.microsoft.com/office/drawing/2014/main" id="{FC40FC76-5348-8A9E-F468-CDACC3960BDC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TICKET ($)</a:t>
                </a:r>
              </a:p>
            </p:txBody>
          </p:sp>
          <p:sp>
            <p:nvSpPr>
              <p:cNvPr id="40" name="val_AVERAGE-TICKET">
                <a:extLst>
                  <a:ext uri="{FF2B5EF4-FFF2-40B4-BE49-F238E27FC236}">
                    <a16:creationId xmlns:a16="http://schemas.microsoft.com/office/drawing/2014/main" id="{6E274191-F856-E067-8A3B-0BC83680CD65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41" name="var_AVERAGE-TICKET">
                <a:extLst>
                  <a:ext uri="{FF2B5EF4-FFF2-40B4-BE49-F238E27FC236}">
                    <a16:creationId xmlns:a16="http://schemas.microsoft.com/office/drawing/2014/main" id="{83E5F2E3-633C-1EE0-799A-4524195EAAA1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42" name="group_AVERAGE-UNITS">
              <a:extLst>
                <a:ext uri="{FF2B5EF4-FFF2-40B4-BE49-F238E27FC236}">
                  <a16:creationId xmlns:a16="http://schemas.microsoft.com/office/drawing/2014/main" id="{3AB8A18A-9237-1735-39D0-8731D4379484}"/>
                </a:ext>
              </a:extLst>
            </p:cNvPr>
            <p:cNvGrpSpPr/>
            <p:nvPr/>
          </p:nvGrpSpPr>
          <p:grpSpPr>
            <a:xfrm>
              <a:off x="1369828" y="4377511"/>
              <a:ext cx="2207090" cy="427375"/>
              <a:chOff x="1692998" y="407406"/>
              <a:chExt cx="2254312" cy="651852"/>
            </a:xfrm>
          </p:grpSpPr>
          <p:sp>
            <p:nvSpPr>
              <p:cNvPr id="43" name="header_AVERAGE-UNITS">
                <a:extLst>
                  <a:ext uri="{FF2B5EF4-FFF2-40B4-BE49-F238E27FC236}">
                    <a16:creationId xmlns:a16="http://schemas.microsoft.com/office/drawing/2014/main" id="{4EFF3A59-A21A-D65C-C57A-5AEECFD6678D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UNITS</a:t>
                </a:r>
              </a:p>
            </p:txBody>
          </p:sp>
          <p:sp>
            <p:nvSpPr>
              <p:cNvPr id="44" name="val_AVERAGE-UNITS">
                <a:extLst>
                  <a:ext uri="{FF2B5EF4-FFF2-40B4-BE49-F238E27FC236}">
                    <a16:creationId xmlns:a16="http://schemas.microsoft.com/office/drawing/2014/main" id="{DDBE4169-8F7C-A257-04B7-E062EBC0D9A3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45" name="var_AVERAGE-UNITS">
                <a:extLst>
                  <a:ext uri="{FF2B5EF4-FFF2-40B4-BE49-F238E27FC236}">
                    <a16:creationId xmlns:a16="http://schemas.microsoft.com/office/drawing/2014/main" id="{BDD987A8-5FCC-9151-1500-53DE5DE42A88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46" name="group_AVERAGE-SPEND">
              <a:extLst>
                <a:ext uri="{FF2B5EF4-FFF2-40B4-BE49-F238E27FC236}">
                  <a16:creationId xmlns:a16="http://schemas.microsoft.com/office/drawing/2014/main" id="{E0CC03B8-E796-DC12-40F1-5F1738B92265}"/>
                </a:ext>
              </a:extLst>
            </p:cNvPr>
            <p:cNvGrpSpPr/>
            <p:nvPr/>
          </p:nvGrpSpPr>
          <p:grpSpPr>
            <a:xfrm>
              <a:off x="1369828" y="4947382"/>
              <a:ext cx="2207090" cy="427375"/>
              <a:chOff x="1692998" y="407406"/>
              <a:chExt cx="2254312" cy="651852"/>
            </a:xfrm>
          </p:grpSpPr>
          <p:sp>
            <p:nvSpPr>
              <p:cNvPr id="47" name="header_AVERAGE-SPEND">
                <a:extLst>
                  <a:ext uri="{FF2B5EF4-FFF2-40B4-BE49-F238E27FC236}">
                    <a16:creationId xmlns:a16="http://schemas.microsoft.com/office/drawing/2014/main" id="{9E9FC298-03A6-40D5-C905-5666460B2C49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SPEND ($)</a:t>
                </a:r>
              </a:p>
            </p:txBody>
          </p:sp>
          <p:sp>
            <p:nvSpPr>
              <p:cNvPr id="48" name="val_AVERAGE-SPEND">
                <a:extLst>
                  <a:ext uri="{FF2B5EF4-FFF2-40B4-BE49-F238E27FC236}">
                    <a16:creationId xmlns:a16="http://schemas.microsoft.com/office/drawing/2014/main" id="{4977D87F-E636-212F-9A53-8B1A14C8713C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49" name="var_AVERAGE-SPEND">
                <a:extLst>
                  <a:ext uri="{FF2B5EF4-FFF2-40B4-BE49-F238E27FC236}">
                    <a16:creationId xmlns:a16="http://schemas.microsoft.com/office/drawing/2014/main" id="{E2496514-AFF3-B9F3-CB24-9AA34A4DCD3D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50" name="group_HOUSEHOLDS">
              <a:extLst>
                <a:ext uri="{FF2B5EF4-FFF2-40B4-BE49-F238E27FC236}">
                  <a16:creationId xmlns:a16="http://schemas.microsoft.com/office/drawing/2014/main" id="{65328017-EF0F-AA89-0E4B-C64CBD876049}"/>
                </a:ext>
              </a:extLst>
            </p:cNvPr>
            <p:cNvGrpSpPr/>
            <p:nvPr/>
          </p:nvGrpSpPr>
          <p:grpSpPr>
            <a:xfrm>
              <a:off x="1369828" y="5517253"/>
              <a:ext cx="2207090" cy="427375"/>
              <a:chOff x="1692998" y="407406"/>
              <a:chExt cx="2254312" cy="651852"/>
            </a:xfrm>
          </p:grpSpPr>
          <p:sp>
            <p:nvSpPr>
              <p:cNvPr id="51" name="header_HOUSEHOLDS">
                <a:extLst>
                  <a:ext uri="{FF2B5EF4-FFF2-40B4-BE49-F238E27FC236}">
                    <a16:creationId xmlns:a16="http://schemas.microsoft.com/office/drawing/2014/main" id="{A54ED2F6-CCF5-BB40-90E7-7A1A4DA2D82A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HOUSEHOLDS</a:t>
                </a:r>
              </a:p>
            </p:txBody>
          </p:sp>
          <p:sp>
            <p:nvSpPr>
              <p:cNvPr id="52" name="val_HOUSEHOLDS">
                <a:extLst>
                  <a:ext uri="{FF2B5EF4-FFF2-40B4-BE49-F238E27FC236}">
                    <a16:creationId xmlns:a16="http://schemas.microsoft.com/office/drawing/2014/main" id="{50A9A6F5-CF6A-518F-064D-6870DED872AC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53" name="var_HOUSEHOLDS">
                <a:extLst>
                  <a:ext uri="{FF2B5EF4-FFF2-40B4-BE49-F238E27FC236}">
                    <a16:creationId xmlns:a16="http://schemas.microsoft.com/office/drawing/2014/main" id="{B7E894B2-28F6-5AF1-09C1-B8CE55A66706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54" name="group_HHOLDS-BUYERS">
              <a:extLst>
                <a:ext uri="{FF2B5EF4-FFF2-40B4-BE49-F238E27FC236}">
                  <a16:creationId xmlns:a16="http://schemas.microsoft.com/office/drawing/2014/main" id="{0BD76784-E94A-64B3-8695-4505F0D360ED}"/>
                </a:ext>
              </a:extLst>
            </p:cNvPr>
            <p:cNvGrpSpPr/>
            <p:nvPr/>
          </p:nvGrpSpPr>
          <p:grpSpPr>
            <a:xfrm>
              <a:off x="1369828" y="6087123"/>
              <a:ext cx="2207090" cy="427375"/>
              <a:chOff x="1692998" y="407406"/>
              <a:chExt cx="2254312" cy="651852"/>
            </a:xfrm>
          </p:grpSpPr>
          <p:sp>
            <p:nvSpPr>
              <p:cNvPr id="55" name="header_HHOLDS-BUYERS">
                <a:extLst>
                  <a:ext uri="{FF2B5EF4-FFF2-40B4-BE49-F238E27FC236}">
                    <a16:creationId xmlns:a16="http://schemas.microsoft.com/office/drawing/2014/main" id="{18492862-4361-13EA-799A-6FA86776F1B9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HHOLD BUYERS</a:t>
                </a:r>
              </a:p>
            </p:txBody>
          </p:sp>
          <p:sp>
            <p:nvSpPr>
              <p:cNvPr id="56" name="val_HHOLDS-BUYERS">
                <a:extLst>
                  <a:ext uri="{FF2B5EF4-FFF2-40B4-BE49-F238E27FC236}">
                    <a16:creationId xmlns:a16="http://schemas.microsoft.com/office/drawing/2014/main" id="{155E7853-1950-F4F6-453E-93AD51C5DBFF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57" name="var_HHOLDS-BUYERS">
                <a:extLst>
                  <a:ext uri="{FF2B5EF4-FFF2-40B4-BE49-F238E27FC236}">
                    <a16:creationId xmlns:a16="http://schemas.microsoft.com/office/drawing/2014/main" id="{F5F38B24-29D9-68AC-FB19-1B371F23CFDB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</p:grpSp>
      <p:grpSp>
        <p:nvGrpSpPr>
          <p:cNvPr id="195" name="VERTICAL_TREE_2">
            <a:extLst>
              <a:ext uri="{FF2B5EF4-FFF2-40B4-BE49-F238E27FC236}">
                <a16:creationId xmlns:a16="http://schemas.microsoft.com/office/drawing/2014/main" id="{43CDF8F9-0682-43CD-5E7C-93611CA8BCB2}"/>
              </a:ext>
            </a:extLst>
          </p:cNvPr>
          <p:cNvGrpSpPr/>
          <p:nvPr/>
        </p:nvGrpSpPr>
        <p:grpSpPr>
          <a:xfrm>
            <a:off x="2593507" y="510987"/>
            <a:ext cx="2207090" cy="5640393"/>
            <a:chOff x="1369828" y="388414"/>
            <a:chExt cx="2207090" cy="6126084"/>
          </a:xfrm>
        </p:grpSpPr>
        <p:grpSp>
          <p:nvGrpSpPr>
            <p:cNvPr id="196" name="group_VALUE">
              <a:extLst>
                <a:ext uri="{FF2B5EF4-FFF2-40B4-BE49-F238E27FC236}">
                  <a16:creationId xmlns:a16="http://schemas.microsoft.com/office/drawing/2014/main" id="{F99A85DE-0315-A0B1-32E3-06D345EE20D3}"/>
                </a:ext>
              </a:extLst>
            </p:cNvPr>
            <p:cNvGrpSpPr/>
            <p:nvPr/>
          </p:nvGrpSpPr>
          <p:grpSpPr>
            <a:xfrm>
              <a:off x="1369828" y="388414"/>
              <a:ext cx="2207090" cy="427375"/>
              <a:chOff x="1692998" y="407406"/>
              <a:chExt cx="2254312" cy="651852"/>
            </a:xfrm>
          </p:grpSpPr>
          <p:sp>
            <p:nvSpPr>
              <p:cNvPr id="237" name="header_VALUE">
                <a:extLst>
                  <a:ext uri="{FF2B5EF4-FFF2-40B4-BE49-F238E27FC236}">
                    <a16:creationId xmlns:a16="http://schemas.microsoft.com/office/drawing/2014/main" id="{2B7659C9-DAB3-F5CF-4C09-FF70FE4985CD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VALUE ($)</a:t>
                </a:r>
              </a:p>
            </p:txBody>
          </p:sp>
          <p:sp>
            <p:nvSpPr>
              <p:cNvPr id="238" name="val_VALUE">
                <a:extLst>
                  <a:ext uri="{FF2B5EF4-FFF2-40B4-BE49-F238E27FC236}">
                    <a16:creationId xmlns:a16="http://schemas.microsoft.com/office/drawing/2014/main" id="{96728958-670C-6023-BCD1-C4803489D39A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39" name="var_VALUE">
                <a:extLst>
                  <a:ext uri="{FF2B5EF4-FFF2-40B4-BE49-F238E27FC236}">
                    <a16:creationId xmlns:a16="http://schemas.microsoft.com/office/drawing/2014/main" id="{C61D8945-069A-3A10-3C60-80CAACDA4D1E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197" name="group_UNITS">
              <a:extLst>
                <a:ext uri="{FF2B5EF4-FFF2-40B4-BE49-F238E27FC236}">
                  <a16:creationId xmlns:a16="http://schemas.microsoft.com/office/drawing/2014/main" id="{1AEBC1EB-9F92-565D-A72B-10105DF92633}"/>
                </a:ext>
              </a:extLst>
            </p:cNvPr>
            <p:cNvGrpSpPr/>
            <p:nvPr/>
          </p:nvGrpSpPr>
          <p:grpSpPr>
            <a:xfrm>
              <a:off x="1369828" y="958285"/>
              <a:ext cx="2207090" cy="427375"/>
              <a:chOff x="1692998" y="407406"/>
              <a:chExt cx="2254312" cy="651852"/>
            </a:xfrm>
          </p:grpSpPr>
          <p:sp>
            <p:nvSpPr>
              <p:cNvPr id="234" name="header_UNITS">
                <a:extLst>
                  <a:ext uri="{FF2B5EF4-FFF2-40B4-BE49-F238E27FC236}">
                    <a16:creationId xmlns:a16="http://schemas.microsoft.com/office/drawing/2014/main" id="{50C662D2-87B1-C79C-5CC1-FDC2201447D2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UNITS</a:t>
                </a:r>
                <a:endParaRPr lang="pt-BR" sz="900" b="1" dirty="0"/>
              </a:p>
            </p:txBody>
          </p:sp>
          <p:sp>
            <p:nvSpPr>
              <p:cNvPr id="235" name="val_UNITS">
                <a:extLst>
                  <a:ext uri="{FF2B5EF4-FFF2-40B4-BE49-F238E27FC236}">
                    <a16:creationId xmlns:a16="http://schemas.microsoft.com/office/drawing/2014/main" id="{9DE0890B-DDA1-3C64-38F8-814471977777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36" name="var_UNITS">
                <a:extLst>
                  <a:ext uri="{FF2B5EF4-FFF2-40B4-BE49-F238E27FC236}">
                    <a16:creationId xmlns:a16="http://schemas.microsoft.com/office/drawing/2014/main" id="{EE62EEBE-6478-942D-E853-A9AEEDDC8ED6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198" name="group_AVERAGE-PRICE">
              <a:extLst>
                <a:ext uri="{FF2B5EF4-FFF2-40B4-BE49-F238E27FC236}">
                  <a16:creationId xmlns:a16="http://schemas.microsoft.com/office/drawing/2014/main" id="{62B5D8FA-84CD-0717-0442-0D2202497B72}"/>
                </a:ext>
              </a:extLst>
            </p:cNvPr>
            <p:cNvGrpSpPr/>
            <p:nvPr/>
          </p:nvGrpSpPr>
          <p:grpSpPr>
            <a:xfrm>
              <a:off x="1369828" y="1528156"/>
              <a:ext cx="2207090" cy="427375"/>
              <a:chOff x="1692998" y="407406"/>
              <a:chExt cx="2254312" cy="651852"/>
            </a:xfrm>
          </p:grpSpPr>
          <p:sp>
            <p:nvSpPr>
              <p:cNvPr id="231" name="header_AVERAGE-PRICE">
                <a:extLst>
                  <a:ext uri="{FF2B5EF4-FFF2-40B4-BE49-F238E27FC236}">
                    <a16:creationId xmlns:a16="http://schemas.microsoft.com/office/drawing/2014/main" id="{F4E62618-93EF-D388-C0D5-6FBD4DAE1881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AVERAGE PRICE ($)</a:t>
                </a:r>
                <a:endParaRPr lang="pt-BR" sz="900" b="1" dirty="0"/>
              </a:p>
            </p:txBody>
          </p:sp>
          <p:sp>
            <p:nvSpPr>
              <p:cNvPr id="232" name="val_AVERAGE-PRICE">
                <a:extLst>
                  <a:ext uri="{FF2B5EF4-FFF2-40B4-BE49-F238E27FC236}">
                    <a16:creationId xmlns:a16="http://schemas.microsoft.com/office/drawing/2014/main" id="{5049A5B3-EDA0-4CD3-08D6-5B0DC603D244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33" name="var_AVERAGE-PRICE">
                <a:extLst>
                  <a:ext uri="{FF2B5EF4-FFF2-40B4-BE49-F238E27FC236}">
                    <a16:creationId xmlns:a16="http://schemas.microsoft.com/office/drawing/2014/main" id="{E15B0E23-4C04-D12A-7BD8-909412F04EB7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199" name="group_PENETRATION">
              <a:extLst>
                <a:ext uri="{FF2B5EF4-FFF2-40B4-BE49-F238E27FC236}">
                  <a16:creationId xmlns:a16="http://schemas.microsoft.com/office/drawing/2014/main" id="{B42418A7-3E9C-3D3F-5747-F6AC49583065}"/>
                </a:ext>
              </a:extLst>
            </p:cNvPr>
            <p:cNvGrpSpPr/>
            <p:nvPr/>
          </p:nvGrpSpPr>
          <p:grpSpPr>
            <a:xfrm>
              <a:off x="1369828" y="2098027"/>
              <a:ext cx="2207090" cy="427375"/>
              <a:chOff x="1692998" y="407406"/>
              <a:chExt cx="2254312" cy="651852"/>
            </a:xfrm>
          </p:grpSpPr>
          <p:sp>
            <p:nvSpPr>
              <p:cNvPr id="228" name="header_PENETRATION">
                <a:extLst>
                  <a:ext uri="{FF2B5EF4-FFF2-40B4-BE49-F238E27FC236}">
                    <a16:creationId xmlns:a16="http://schemas.microsoft.com/office/drawing/2014/main" id="{241B7AC7-9AAE-3DDB-589C-9073BDAEA9B5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PENETRATION (%)</a:t>
                </a:r>
              </a:p>
            </p:txBody>
          </p:sp>
          <p:sp>
            <p:nvSpPr>
              <p:cNvPr id="229" name="val_PENETRATION">
                <a:extLst>
                  <a:ext uri="{FF2B5EF4-FFF2-40B4-BE49-F238E27FC236}">
                    <a16:creationId xmlns:a16="http://schemas.microsoft.com/office/drawing/2014/main" id="{5601E29F-3316-91D3-6CCB-E452E84DF0C7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30" name="var_PENETRATION">
                <a:extLst>
                  <a:ext uri="{FF2B5EF4-FFF2-40B4-BE49-F238E27FC236}">
                    <a16:creationId xmlns:a16="http://schemas.microsoft.com/office/drawing/2014/main" id="{02373F42-A064-8F9F-6090-965D9C2C754F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0" name="group_FREQUENCY">
              <a:extLst>
                <a:ext uri="{FF2B5EF4-FFF2-40B4-BE49-F238E27FC236}">
                  <a16:creationId xmlns:a16="http://schemas.microsoft.com/office/drawing/2014/main" id="{9DD85777-687F-A192-2472-53E98016980A}"/>
                </a:ext>
              </a:extLst>
            </p:cNvPr>
            <p:cNvGrpSpPr/>
            <p:nvPr/>
          </p:nvGrpSpPr>
          <p:grpSpPr>
            <a:xfrm>
              <a:off x="1369828" y="2667898"/>
              <a:ext cx="2207090" cy="427375"/>
              <a:chOff x="1692998" y="407406"/>
              <a:chExt cx="2254312" cy="651852"/>
            </a:xfrm>
          </p:grpSpPr>
          <p:sp>
            <p:nvSpPr>
              <p:cNvPr id="225" name="header_FREQUENCY">
                <a:extLst>
                  <a:ext uri="{FF2B5EF4-FFF2-40B4-BE49-F238E27FC236}">
                    <a16:creationId xmlns:a16="http://schemas.microsoft.com/office/drawing/2014/main" id="{7C75C31C-96C5-9D7F-7E9C-FF5B20DF514E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FREQUENCY</a:t>
                </a:r>
              </a:p>
            </p:txBody>
          </p:sp>
          <p:sp>
            <p:nvSpPr>
              <p:cNvPr id="226" name="val_FREQUENCY">
                <a:extLst>
                  <a:ext uri="{FF2B5EF4-FFF2-40B4-BE49-F238E27FC236}">
                    <a16:creationId xmlns:a16="http://schemas.microsoft.com/office/drawing/2014/main" id="{F008EA2A-FB4D-0C46-076B-4D18A78414E5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27" name="var_FREQUENCY">
                <a:extLst>
                  <a:ext uri="{FF2B5EF4-FFF2-40B4-BE49-F238E27FC236}">
                    <a16:creationId xmlns:a16="http://schemas.microsoft.com/office/drawing/2014/main" id="{48FCBE1F-A7D5-5685-1176-228547BEB154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1" name="group_UNITS-PER-TRIP">
              <a:extLst>
                <a:ext uri="{FF2B5EF4-FFF2-40B4-BE49-F238E27FC236}">
                  <a16:creationId xmlns:a16="http://schemas.microsoft.com/office/drawing/2014/main" id="{498D59DE-4EB2-E987-1C7D-A94EFF81C846}"/>
                </a:ext>
              </a:extLst>
            </p:cNvPr>
            <p:cNvGrpSpPr/>
            <p:nvPr/>
          </p:nvGrpSpPr>
          <p:grpSpPr>
            <a:xfrm>
              <a:off x="1369828" y="3237769"/>
              <a:ext cx="2207090" cy="427375"/>
              <a:chOff x="1692998" y="407406"/>
              <a:chExt cx="2254312" cy="651852"/>
            </a:xfrm>
          </p:grpSpPr>
          <p:sp>
            <p:nvSpPr>
              <p:cNvPr id="222" name="header_UNITS-PER-TRIP">
                <a:extLst>
                  <a:ext uri="{FF2B5EF4-FFF2-40B4-BE49-F238E27FC236}">
                    <a16:creationId xmlns:a16="http://schemas.microsoft.com/office/drawing/2014/main" id="{7D81A74F-7059-7FD7-0875-EB5BAE550071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UNITS PER TRIP (UNITS)</a:t>
                </a:r>
              </a:p>
            </p:txBody>
          </p:sp>
          <p:sp>
            <p:nvSpPr>
              <p:cNvPr id="223" name="val_UNITS-PER-TRIP">
                <a:extLst>
                  <a:ext uri="{FF2B5EF4-FFF2-40B4-BE49-F238E27FC236}">
                    <a16:creationId xmlns:a16="http://schemas.microsoft.com/office/drawing/2014/main" id="{89882E4A-2558-E9B6-2758-2D2BFED3F7AE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24" name="var_UNITS-PER-TRIP">
                <a:extLst>
                  <a:ext uri="{FF2B5EF4-FFF2-40B4-BE49-F238E27FC236}">
                    <a16:creationId xmlns:a16="http://schemas.microsoft.com/office/drawing/2014/main" id="{72893A64-BF75-C1ED-1E82-4C33CEE003C2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2" name="group_AVERAGE-TICKET">
              <a:extLst>
                <a:ext uri="{FF2B5EF4-FFF2-40B4-BE49-F238E27FC236}">
                  <a16:creationId xmlns:a16="http://schemas.microsoft.com/office/drawing/2014/main" id="{50165B12-8011-E877-18BF-08AF32C9CFED}"/>
                </a:ext>
              </a:extLst>
            </p:cNvPr>
            <p:cNvGrpSpPr/>
            <p:nvPr/>
          </p:nvGrpSpPr>
          <p:grpSpPr>
            <a:xfrm>
              <a:off x="1369828" y="3807640"/>
              <a:ext cx="2207090" cy="427375"/>
              <a:chOff x="1692998" y="407406"/>
              <a:chExt cx="2254312" cy="651852"/>
            </a:xfrm>
          </p:grpSpPr>
          <p:sp>
            <p:nvSpPr>
              <p:cNvPr id="219" name="header_AVERAGE-TICKET">
                <a:extLst>
                  <a:ext uri="{FF2B5EF4-FFF2-40B4-BE49-F238E27FC236}">
                    <a16:creationId xmlns:a16="http://schemas.microsoft.com/office/drawing/2014/main" id="{3E259FC1-2095-AA27-F2B1-FD7D602ED8E6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TICKET ($)</a:t>
                </a:r>
              </a:p>
            </p:txBody>
          </p:sp>
          <p:sp>
            <p:nvSpPr>
              <p:cNvPr id="220" name="val_AVERAGE-TICKET">
                <a:extLst>
                  <a:ext uri="{FF2B5EF4-FFF2-40B4-BE49-F238E27FC236}">
                    <a16:creationId xmlns:a16="http://schemas.microsoft.com/office/drawing/2014/main" id="{3F183F4C-FE5E-2AAD-636D-C1D75177D0D8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21" name="var_AVERAGE-TICKET">
                <a:extLst>
                  <a:ext uri="{FF2B5EF4-FFF2-40B4-BE49-F238E27FC236}">
                    <a16:creationId xmlns:a16="http://schemas.microsoft.com/office/drawing/2014/main" id="{2CF5C680-E605-C6AA-B77B-71934F115C82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3" name="group_AVERAGE-UNITS">
              <a:extLst>
                <a:ext uri="{FF2B5EF4-FFF2-40B4-BE49-F238E27FC236}">
                  <a16:creationId xmlns:a16="http://schemas.microsoft.com/office/drawing/2014/main" id="{DAED5CBD-F71A-B037-9AB9-90453A2744B5}"/>
                </a:ext>
              </a:extLst>
            </p:cNvPr>
            <p:cNvGrpSpPr/>
            <p:nvPr/>
          </p:nvGrpSpPr>
          <p:grpSpPr>
            <a:xfrm>
              <a:off x="1369828" y="4377511"/>
              <a:ext cx="2207090" cy="427375"/>
              <a:chOff x="1692998" y="407406"/>
              <a:chExt cx="2254312" cy="651852"/>
            </a:xfrm>
          </p:grpSpPr>
          <p:sp>
            <p:nvSpPr>
              <p:cNvPr id="216" name="header_AVERAGE-UNITS">
                <a:extLst>
                  <a:ext uri="{FF2B5EF4-FFF2-40B4-BE49-F238E27FC236}">
                    <a16:creationId xmlns:a16="http://schemas.microsoft.com/office/drawing/2014/main" id="{4A25EDCC-75D8-38D5-622C-F9F6D3982BCE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UNITS</a:t>
                </a:r>
              </a:p>
            </p:txBody>
          </p:sp>
          <p:sp>
            <p:nvSpPr>
              <p:cNvPr id="217" name="val_AVERAGE-UNITS">
                <a:extLst>
                  <a:ext uri="{FF2B5EF4-FFF2-40B4-BE49-F238E27FC236}">
                    <a16:creationId xmlns:a16="http://schemas.microsoft.com/office/drawing/2014/main" id="{43FE6A24-8547-79F8-452A-C9B0F624A1CE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18" name="var_AVERAGE-UNITS">
                <a:extLst>
                  <a:ext uri="{FF2B5EF4-FFF2-40B4-BE49-F238E27FC236}">
                    <a16:creationId xmlns:a16="http://schemas.microsoft.com/office/drawing/2014/main" id="{861D26A3-BF76-8714-E126-9B6D52F8B057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4" name="group_AVERAGE-SPEND">
              <a:extLst>
                <a:ext uri="{FF2B5EF4-FFF2-40B4-BE49-F238E27FC236}">
                  <a16:creationId xmlns:a16="http://schemas.microsoft.com/office/drawing/2014/main" id="{7B622EF4-3B40-3C7E-6372-D4A35B8762D8}"/>
                </a:ext>
              </a:extLst>
            </p:cNvPr>
            <p:cNvGrpSpPr/>
            <p:nvPr/>
          </p:nvGrpSpPr>
          <p:grpSpPr>
            <a:xfrm>
              <a:off x="1369828" y="4947382"/>
              <a:ext cx="2207090" cy="427375"/>
              <a:chOff x="1692998" y="407406"/>
              <a:chExt cx="2254312" cy="651852"/>
            </a:xfrm>
          </p:grpSpPr>
          <p:sp>
            <p:nvSpPr>
              <p:cNvPr id="213" name="header_AVERAGE-SPEND">
                <a:extLst>
                  <a:ext uri="{FF2B5EF4-FFF2-40B4-BE49-F238E27FC236}">
                    <a16:creationId xmlns:a16="http://schemas.microsoft.com/office/drawing/2014/main" id="{F04531DB-EBBF-F1D0-660D-48E57FD7FA1C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SPEND ($)</a:t>
                </a:r>
              </a:p>
            </p:txBody>
          </p:sp>
          <p:sp>
            <p:nvSpPr>
              <p:cNvPr id="214" name="val_AVERAGE-SPEND">
                <a:extLst>
                  <a:ext uri="{FF2B5EF4-FFF2-40B4-BE49-F238E27FC236}">
                    <a16:creationId xmlns:a16="http://schemas.microsoft.com/office/drawing/2014/main" id="{55B50DE2-4707-410C-3281-F0E94097D84A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15" name="var_AVERAGE-SPEND">
                <a:extLst>
                  <a:ext uri="{FF2B5EF4-FFF2-40B4-BE49-F238E27FC236}">
                    <a16:creationId xmlns:a16="http://schemas.microsoft.com/office/drawing/2014/main" id="{38257F1A-7505-9ED7-ACF1-6F8CAE6D25FA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5" name="group_HOUSEHOLDS">
              <a:extLst>
                <a:ext uri="{FF2B5EF4-FFF2-40B4-BE49-F238E27FC236}">
                  <a16:creationId xmlns:a16="http://schemas.microsoft.com/office/drawing/2014/main" id="{83F28A2E-122C-F829-C97F-EE77E0FB0E72}"/>
                </a:ext>
              </a:extLst>
            </p:cNvPr>
            <p:cNvGrpSpPr/>
            <p:nvPr/>
          </p:nvGrpSpPr>
          <p:grpSpPr>
            <a:xfrm>
              <a:off x="1369828" y="5517253"/>
              <a:ext cx="2207090" cy="427375"/>
              <a:chOff x="1692998" y="407406"/>
              <a:chExt cx="2254312" cy="651852"/>
            </a:xfrm>
          </p:grpSpPr>
          <p:sp>
            <p:nvSpPr>
              <p:cNvPr id="210" name="header_HOUSEHOLDS">
                <a:extLst>
                  <a:ext uri="{FF2B5EF4-FFF2-40B4-BE49-F238E27FC236}">
                    <a16:creationId xmlns:a16="http://schemas.microsoft.com/office/drawing/2014/main" id="{99270DF5-C697-1559-A277-A84F24EB06F7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HOUSEHOLDS</a:t>
                </a:r>
              </a:p>
            </p:txBody>
          </p:sp>
          <p:sp>
            <p:nvSpPr>
              <p:cNvPr id="211" name="val_HOUSEHOLDS">
                <a:extLst>
                  <a:ext uri="{FF2B5EF4-FFF2-40B4-BE49-F238E27FC236}">
                    <a16:creationId xmlns:a16="http://schemas.microsoft.com/office/drawing/2014/main" id="{509E71F3-AA24-8727-96D7-AC64EB702E37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12" name="var_HOUSEHOLDS">
                <a:extLst>
                  <a:ext uri="{FF2B5EF4-FFF2-40B4-BE49-F238E27FC236}">
                    <a16:creationId xmlns:a16="http://schemas.microsoft.com/office/drawing/2014/main" id="{E375934B-48F7-13BF-668B-20A8EBF12C29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06" name="group_HHOLDS-BUYERS">
              <a:extLst>
                <a:ext uri="{FF2B5EF4-FFF2-40B4-BE49-F238E27FC236}">
                  <a16:creationId xmlns:a16="http://schemas.microsoft.com/office/drawing/2014/main" id="{0A44109E-8A3F-38BC-27EE-BDD284D01A20}"/>
                </a:ext>
              </a:extLst>
            </p:cNvPr>
            <p:cNvGrpSpPr/>
            <p:nvPr/>
          </p:nvGrpSpPr>
          <p:grpSpPr>
            <a:xfrm>
              <a:off x="1369828" y="6087123"/>
              <a:ext cx="2207090" cy="427375"/>
              <a:chOff x="1692998" y="407406"/>
              <a:chExt cx="2254312" cy="651852"/>
            </a:xfrm>
          </p:grpSpPr>
          <p:sp>
            <p:nvSpPr>
              <p:cNvPr id="207" name="header_HHOLDS-BUYERS">
                <a:extLst>
                  <a:ext uri="{FF2B5EF4-FFF2-40B4-BE49-F238E27FC236}">
                    <a16:creationId xmlns:a16="http://schemas.microsoft.com/office/drawing/2014/main" id="{D9ADDCA4-4557-6027-B7C3-95222951841A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HHOLD BUYERS</a:t>
                </a:r>
              </a:p>
            </p:txBody>
          </p:sp>
          <p:sp>
            <p:nvSpPr>
              <p:cNvPr id="208" name="val_HHOLDS-BUYERS">
                <a:extLst>
                  <a:ext uri="{FF2B5EF4-FFF2-40B4-BE49-F238E27FC236}">
                    <a16:creationId xmlns:a16="http://schemas.microsoft.com/office/drawing/2014/main" id="{3CA72BC5-5A84-E121-51A1-4BA954DF6E98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09" name="var_HHOLDS-BUYERS">
                <a:extLst>
                  <a:ext uri="{FF2B5EF4-FFF2-40B4-BE49-F238E27FC236}">
                    <a16:creationId xmlns:a16="http://schemas.microsoft.com/office/drawing/2014/main" id="{3E6BCE01-72E0-4FB7-B5EA-9742489A8D01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</p:grpSp>
      <p:grpSp>
        <p:nvGrpSpPr>
          <p:cNvPr id="240" name="VERTICAL_TREE_3">
            <a:extLst>
              <a:ext uri="{FF2B5EF4-FFF2-40B4-BE49-F238E27FC236}">
                <a16:creationId xmlns:a16="http://schemas.microsoft.com/office/drawing/2014/main" id="{71D30BC8-2749-B470-6642-C2F0B4ADD03B}"/>
              </a:ext>
            </a:extLst>
          </p:cNvPr>
          <p:cNvGrpSpPr/>
          <p:nvPr/>
        </p:nvGrpSpPr>
        <p:grpSpPr>
          <a:xfrm>
            <a:off x="4937778" y="510987"/>
            <a:ext cx="2207090" cy="5640393"/>
            <a:chOff x="1369828" y="388414"/>
            <a:chExt cx="2207090" cy="6126084"/>
          </a:xfrm>
        </p:grpSpPr>
        <p:grpSp>
          <p:nvGrpSpPr>
            <p:cNvPr id="241" name="group_VALUE">
              <a:extLst>
                <a:ext uri="{FF2B5EF4-FFF2-40B4-BE49-F238E27FC236}">
                  <a16:creationId xmlns:a16="http://schemas.microsoft.com/office/drawing/2014/main" id="{422DBF39-4221-BB02-78C8-C41C6A0902AF}"/>
                </a:ext>
              </a:extLst>
            </p:cNvPr>
            <p:cNvGrpSpPr/>
            <p:nvPr/>
          </p:nvGrpSpPr>
          <p:grpSpPr>
            <a:xfrm>
              <a:off x="1369828" y="388414"/>
              <a:ext cx="2207090" cy="427375"/>
              <a:chOff x="1692998" y="407406"/>
              <a:chExt cx="2254312" cy="651852"/>
            </a:xfrm>
          </p:grpSpPr>
          <p:sp>
            <p:nvSpPr>
              <p:cNvPr id="282" name="header_VALUE">
                <a:extLst>
                  <a:ext uri="{FF2B5EF4-FFF2-40B4-BE49-F238E27FC236}">
                    <a16:creationId xmlns:a16="http://schemas.microsoft.com/office/drawing/2014/main" id="{BAEA74BF-A19A-3238-75FE-296449AF61B1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VALUE ($)</a:t>
                </a:r>
              </a:p>
            </p:txBody>
          </p:sp>
          <p:sp>
            <p:nvSpPr>
              <p:cNvPr id="283" name="val_VALUE">
                <a:extLst>
                  <a:ext uri="{FF2B5EF4-FFF2-40B4-BE49-F238E27FC236}">
                    <a16:creationId xmlns:a16="http://schemas.microsoft.com/office/drawing/2014/main" id="{96B7F8E4-6294-253A-815C-A709E9A4C5B9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84" name="var_VALUE">
                <a:extLst>
                  <a:ext uri="{FF2B5EF4-FFF2-40B4-BE49-F238E27FC236}">
                    <a16:creationId xmlns:a16="http://schemas.microsoft.com/office/drawing/2014/main" id="{D3B70E8D-0550-9223-E70C-8FAC64B23789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2" name="group_UNITS">
              <a:extLst>
                <a:ext uri="{FF2B5EF4-FFF2-40B4-BE49-F238E27FC236}">
                  <a16:creationId xmlns:a16="http://schemas.microsoft.com/office/drawing/2014/main" id="{5563ADB3-646D-57A3-BE6D-4782FDEFC3BB}"/>
                </a:ext>
              </a:extLst>
            </p:cNvPr>
            <p:cNvGrpSpPr/>
            <p:nvPr/>
          </p:nvGrpSpPr>
          <p:grpSpPr>
            <a:xfrm>
              <a:off x="1369828" y="958285"/>
              <a:ext cx="2207090" cy="427375"/>
              <a:chOff x="1692998" y="407406"/>
              <a:chExt cx="2254312" cy="651852"/>
            </a:xfrm>
          </p:grpSpPr>
          <p:sp>
            <p:nvSpPr>
              <p:cNvPr id="279" name="header_UNITS">
                <a:extLst>
                  <a:ext uri="{FF2B5EF4-FFF2-40B4-BE49-F238E27FC236}">
                    <a16:creationId xmlns:a16="http://schemas.microsoft.com/office/drawing/2014/main" id="{02357360-7B01-4A22-D258-9D31CCD01AC8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UNITS</a:t>
                </a:r>
                <a:endParaRPr lang="pt-BR" sz="900" b="1" dirty="0"/>
              </a:p>
            </p:txBody>
          </p:sp>
          <p:sp>
            <p:nvSpPr>
              <p:cNvPr id="280" name="val_UNITS">
                <a:extLst>
                  <a:ext uri="{FF2B5EF4-FFF2-40B4-BE49-F238E27FC236}">
                    <a16:creationId xmlns:a16="http://schemas.microsoft.com/office/drawing/2014/main" id="{1ED0FDA1-D86B-8429-EB4B-1FFD15C956A9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81" name="var_UNITS">
                <a:extLst>
                  <a:ext uri="{FF2B5EF4-FFF2-40B4-BE49-F238E27FC236}">
                    <a16:creationId xmlns:a16="http://schemas.microsoft.com/office/drawing/2014/main" id="{1A96352B-8CD7-AB19-DE11-683F92236382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3" name="group_AVERAGE-PRICE">
              <a:extLst>
                <a:ext uri="{FF2B5EF4-FFF2-40B4-BE49-F238E27FC236}">
                  <a16:creationId xmlns:a16="http://schemas.microsoft.com/office/drawing/2014/main" id="{7340A224-FE96-3357-692D-423E67D27566}"/>
                </a:ext>
              </a:extLst>
            </p:cNvPr>
            <p:cNvGrpSpPr/>
            <p:nvPr/>
          </p:nvGrpSpPr>
          <p:grpSpPr>
            <a:xfrm>
              <a:off x="1369828" y="1528156"/>
              <a:ext cx="2207090" cy="427375"/>
              <a:chOff x="1692998" y="407406"/>
              <a:chExt cx="2254312" cy="651852"/>
            </a:xfrm>
          </p:grpSpPr>
          <p:sp>
            <p:nvSpPr>
              <p:cNvPr id="276" name="header_AVERAGE-PRICE">
                <a:extLst>
                  <a:ext uri="{FF2B5EF4-FFF2-40B4-BE49-F238E27FC236}">
                    <a16:creationId xmlns:a16="http://schemas.microsoft.com/office/drawing/2014/main" id="{0BAD1D97-5B8B-D460-1F2A-2124D4D31118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AVERAGE PRICE ($)</a:t>
                </a:r>
                <a:endParaRPr lang="pt-BR" sz="900" b="1" dirty="0"/>
              </a:p>
            </p:txBody>
          </p:sp>
          <p:sp>
            <p:nvSpPr>
              <p:cNvPr id="277" name="val_AVERAGE-PRICE">
                <a:extLst>
                  <a:ext uri="{FF2B5EF4-FFF2-40B4-BE49-F238E27FC236}">
                    <a16:creationId xmlns:a16="http://schemas.microsoft.com/office/drawing/2014/main" id="{0D4EB234-ACD1-D14C-EFE0-BA534B44113D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78" name="var_AVERAGE-PRICE">
                <a:extLst>
                  <a:ext uri="{FF2B5EF4-FFF2-40B4-BE49-F238E27FC236}">
                    <a16:creationId xmlns:a16="http://schemas.microsoft.com/office/drawing/2014/main" id="{DF2BF3B1-A376-D69F-26EC-46A8779D9189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4" name="group_PENETRATION">
              <a:extLst>
                <a:ext uri="{FF2B5EF4-FFF2-40B4-BE49-F238E27FC236}">
                  <a16:creationId xmlns:a16="http://schemas.microsoft.com/office/drawing/2014/main" id="{1BC0ADF7-281D-F61A-59D7-3DAEA18BDD12}"/>
                </a:ext>
              </a:extLst>
            </p:cNvPr>
            <p:cNvGrpSpPr/>
            <p:nvPr/>
          </p:nvGrpSpPr>
          <p:grpSpPr>
            <a:xfrm>
              <a:off x="1369828" y="2098027"/>
              <a:ext cx="2207090" cy="427375"/>
              <a:chOff x="1692998" y="407406"/>
              <a:chExt cx="2254312" cy="651852"/>
            </a:xfrm>
          </p:grpSpPr>
          <p:sp>
            <p:nvSpPr>
              <p:cNvPr id="273" name="header_PENETRATION">
                <a:extLst>
                  <a:ext uri="{FF2B5EF4-FFF2-40B4-BE49-F238E27FC236}">
                    <a16:creationId xmlns:a16="http://schemas.microsoft.com/office/drawing/2014/main" id="{9EA3E0D7-9041-2783-DC21-E251E3C4B594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PENETRATION (%)</a:t>
                </a:r>
              </a:p>
            </p:txBody>
          </p:sp>
          <p:sp>
            <p:nvSpPr>
              <p:cNvPr id="274" name="val_PENETRATION">
                <a:extLst>
                  <a:ext uri="{FF2B5EF4-FFF2-40B4-BE49-F238E27FC236}">
                    <a16:creationId xmlns:a16="http://schemas.microsoft.com/office/drawing/2014/main" id="{ADC83E4A-44A5-0B58-EB61-F2F75B6195F1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75" name="var_PENETRATION">
                <a:extLst>
                  <a:ext uri="{FF2B5EF4-FFF2-40B4-BE49-F238E27FC236}">
                    <a16:creationId xmlns:a16="http://schemas.microsoft.com/office/drawing/2014/main" id="{1EDC057F-27F7-B651-DC13-13FB5041EC27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5" name="group_FREQUENCY">
              <a:extLst>
                <a:ext uri="{FF2B5EF4-FFF2-40B4-BE49-F238E27FC236}">
                  <a16:creationId xmlns:a16="http://schemas.microsoft.com/office/drawing/2014/main" id="{BDA40FE8-0805-39E4-2A4E-8D2ED91CC9BC}"/>
                </a:ext>
              </a:extLst>
            </p:cNvPr>
            <p:cNvGrpSpPr/>
            <p:nvPr/>
          </p:nvGrpSpPr>
          <p:grpSpPr>
            <a:xfrm>
              <a:off x="1369828" y="2667898"/>
              <a:ext cx="2207090" cy="427375"/>
              <a:chOff x="1692998" y="407406"/>
              <a:chExt cx="2254312" cy="651852"/>
            </a:xfrm>
          </p:grpSpPr>
          <p:sp>
            <p:nvSpPr>
              <p:cNvPr id="270" name="header_FREQUENCY">
                <a:extLst>
                  <a:ext uri="{FF2B5EF4-FFF2-40B4-BE49-F238E27FC236}">
                    <a16:creationId xmlns:a16="http://schemas.microsoft.com/office/drawing/2014/main" id="{2705648E-2D7D-9EA9-E4AA-7C70821B15F8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FREQUENCY</a:t>
                </a:r>
              </a:p>
            </p:txBody>
          </p:sp>
          <p:sp>
            <p:nvSpPr>
              <p:cNvPr id="271" name="val_FREQUENCY">
                <a:extLst>
                  <a:ext uri="{FF2B5EF4-FFF2-40B4-BE49-F238E27FC236}">
                    <a16:creationId xmlns:a16="http://schemas.microsoft.com/office/drawing/2014/main" id="{46D466AB-FDE1-C174-F470-F790DF299630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72" name="var_FREQUENCY">
                <a:extLst>
                  <a:ext uri="{FF2B5EF4-FFF2-40B4-BE49-F238E27FC236}">
                    <a16:creationId xmlns:a16="http://schemas.microsoft.com/office/drawing/2014/main" id="{46276135-4196-6512-672A-470704BF82BD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6" name="group_UNITS-PER-TRIP">
              <a:extLst>
                <a:ext uri="{FF2B5EF4-FFF2-40B4-BE49-F238E27FC236}">
                  <a16:creationId xmlns:a16="http://schemas.microsoft.com/office/drawing/2014/main" id="{1DEBC770-491A-559E-41D3-8D448116C37D}"/>
                </a:ext>
              </a:extLst>
            </p:cNvPr>
            <p:cNvGrpSpPr/>
            <p:nvPr/>
          </p:nvGrpSpPr>
          <p:grpSpPr>
            <a:xfrm>
              <a:off x="1369828" y="3237769"/>
              <a:ext cx="2207090" cy="427375"/>
              <a:chOff x="1692998" y="407406"/>
              <a:chExt cx="2254312" cy="651852"/>
            </a:xfrm>
          </p:grpSpPr>
          <p:sp>
            <p:nvSpPr>
              <p:cNvPr id="267" name="header_UNITS-PER-TRIP">
                <a:extLst>
                  <a:ext uri="{FF2B5EF4-FFF2-40B4-BE49-F238E27FC236}">
                    <a16:creationId xmlns:a16="http://schemas.microsoft.com/office/drawing/2014/main" id="{8CF25023-602F-4341-BABF-34C3F5490EF4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UNITS PER TRIP (UNITS)</a:t>
                </a:r>
              </a:p>
            </p:txBody>
          </p:sp>
          <p:sp>
            <p:nvSpPr>
              <p:cNvPr id="268" name="val_UNITS-PER-TRIP">
                <a:extLst>
                  <a:ext uri="{FF2B5EF4-FFF2-40B4-BE49-F238E27FC236}">
                    <a16:creationId xmlns:a16="http://schemas.microsoft.com/office/drawing/2014/main" id="{A4517B87-1E99-5263-EBB1-D3E9E3621804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69" name="var_UNITS-PER-TRIP">
                <a:extLst>
                  <a:ext uri="{FF2B5EF4-FFF2-40B4-BE49-F238E27FC236}">
                    <a16:creationId xmlns:a16="http://schemas.microsoft.com/office/drawing/2014/main" id="{33BE20EB-B45B-4E54-0EE0-CAE0D82016EA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7" name="group_AVERAGE-TICKET">
              <a:extLst>
                <a:ext uri="{FF2B5EF4-FFF2-40B4-BE49-F238E27FC236}">
                  <a16:creationId xmlns:a16="http://schemas.microsoft.com/office/drawing/2014/main" id="{E3348B3E-80B8-B7DA-4FA1-FF42AE22EC7D}"/>
                </a:ext>
              </a:extLst>
            </p:cNvPr>
            <p:cNvGrpSpPr/>
            <p:nvPr/>
          </p:nvGrpSpPr>
          <p:grpSpPr>
            <a:xfrm>
              <a:off x="1369828" y="3807640"/>
              <a:ext cx="2207090" cy="427375"/>
              <a:chOff x="1692998" y="407406"/>
              <a:chExt cx="2254312" cy="651852"/>
            </a:xfrm>
          </p:grpSpPr>
          <p:sp>
            <p:nvSpPr>
              <p:cNvPr id="264" name="header_AVERAGE-TICKET">
                <a:extLst>
                  <a:ext uri="{FF2B5EF4-FFF2-40B4-BE49-F238E27FC236}">
                    <a16:creationId xmlns:a16="http://schemas.microsoft.com/office/drawing/2014/main" id="{4084547E-FDC2-14F1-8BE2-E6EA3F3AA830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TICKET ($)</a:t>
                </a:r>
              </a:p>
            </p:txBody>
          </p:sp>
          <p:sp>
            <p:nvSpPr>
              <p:cNvPr id="265" name="val_AVERAGE-TICKET">
                <a:extLst>
                  <a:ext uri="{FF2B5EF4-FFF2-40B4-BE49-F238E27FC236}">
                    <a16:creationId xmlns:a16="http://schemas.microsoft.com/office/drawing/2014/main" id="{F50FF630-DA30-ED06-A29F-5B7E345E3AA5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66" name="var_AVERAGE-TICKET">
                <a:extLst>
                  <a:ext uri="{FF2B5EF4-FFF2-40B4-BE49-F238E27FC236}">
                    <a16:creationId xmlns:a16="http://schemas.microsoft.com/office/drawing/2014/main" id="{66A40F50-EECC-FEB4-10CF-AC737690EFCF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8" name="group_AVERAGE-UNITS">
              <a:extLst>
                <a:ext uri="{FF2B5EF4-FFF2-40B4-BE49-F238E27FC236}">
                  <a16:creationId xmlns:a16="http://schemas.microsoft.com/office/drawing/2014/main" id="{4BBF6334-6838-4D85-D2E6-1315B2B8C3F9}"/>
                </a:ext>
              </a:extLst>
            </p:cNvPr>
            <p:cNvGrpSpPr/>
            <p:nvPr/>
          </p:nvGrpSpPr>
          <p:grpSpPr>
            <a:xfrm>
              <a:off x="1369828" y="4377511"/>
              <a:ext cx="2207090" cy="427375"/>
              <a:chOff x="1692998" y="407406"/>
              <a:chExt cx="2254312" cy="651852"/>
            </a:xfrm>
          </p:grpSpPr>
          <p:sp>
            <p:nvSpPr>
              <p:cNvPr id="261" name="header_AVERAGE-UNITS">
                <a:extLst>
                  <a:ext uri="{FF2B5EF4-FFF2-40B4-BE49-F238E27FC236}">
                    <a16:creationId xmlns:a16="http://schemas.microsoft.com/office/drawing/2014/main" id="{263C5A0F-70AB-56CA-853C-78F323BC1438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UNITS</a:t>
                </a:r>
              </a:p>
            </p:txBody>
          </p:sp>
          <p:sp>
            <p:nvSpPr>
              <p:cNvPr id="262" name="val_AVERAGE-UNITS">
                <a:extLst>
                  <a:ext uri="{FF2B5EF4-FFF2-40B4-BE49-F238E27FC236}">
                    <a16:creationId xmlns:a16="http://schemas.microsoft.com/office/drawing/2014/main" id="{2F59CC34-434D-4D8F-A322-46C11D94E13D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63" name="var_AVERAGE-UNITS">
                <a:extLst>
                  <a:ext uri="{FF2B5EF4-FFF2-40B4-BE49-F238E27FC236}">
                    <a16:creationId xmlns:a16="http://schemas.microsoft.com/office/drawing/2014/main" id="{57BCABFF-1A9D-5E7A-A544-BF1E322DE71C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49" name="group_AVERAGE-SPEND">
              <a:extLst>
                <a:ext uri="{FF2B5EF4-FFF2-40B4-BE49-F238E27FC236}">
                  <a16:creationId xmlns:a16="http://schemas.microsoft.com/office/drawing/2014/main" id="{01E0AA4D-409D-91AD-D41C-12C742FD98B7}"/>
                </a:ext>
              </a:extLst>
            </p:cNvPr>
            <p:cNvGrpSpPr/>
            <p:nvPr/>
          </p:nvGrpSpPr>
          <p:grpSpPr>
            <a:xfrm>
              <a:off x="1369828" y="4947382"/>
              <a:ext cx="2207090" cy="427375"/>
              <a:chOff x="1692998" y="407406"/>
              <a:chExt cx="2254312" cy="651852"/>
            </a:xfrm>
          </p:grpSpPr>
          <p:sp>
            <p:nvSpPr>
              <p:cNvPr id="258" name="header_AVERAGE-SPEND">
                <a:extLst>
                  <a:ext uri="{FF2B5EF4-FFF2-40B4-BE49-F238E27FC236}">
                    <a16:creationId xmlns:a16="http://schemas.microsoft.com/office/drawing/2014/main" id="{610760C8-771F-258C-B249-CF8910ECF72B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SPEND ($)</a:t>
                </a:r>
              </a:p>
            </p:txBody>
          </p:sp>
          <p:sp>
            <p:nvSpPr>
              <p:cNvPr id="259" name="val_AVERAGE-SPEND">
                <a:extLst>
                  <a:ext uri="{FF2B5EF4-FFF2-40B4-BE49-F238E27FC236}">
                    <a16:creationId xmlns:a16="http://schemas.microsoft.com/office/drawing/2014/main" id="{0B6C9329-A8D3-34D5-D134-325750D075D8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60" name="var_AVERAGE-SPEND">
                <a:extLst>
                  <a:ext uri="{FF2B5EF4-FFF2-40B4-BE49-F238E27FC236}">
                    <a16:creationId xmlns:a16="http://schemas.microsoft.com/office/drawing/2014/main" id="{17DD2B72-CD2B-9BB2-D0F6-B1320E9DD7F7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50" name="group_HOUSEHOLDS">
              <a:extLst>
                <a:ext uri="{FF2B5EF4-FFF2-40B4-BE49-F238E27FC236}">
                  <a16:creationId xmlns:a16="http://schemas.microsoft.com/office/drawing/2014/main" id="{204B3859-A576-C98E-1B11-9FB9B29B2FD6}"/>
                </a:ext>
              </a:extLst>
            </p:cNvPr>
            <p:cNvGrpSpPr/>
            <p:nvPr/>
          </p:nvGrpSpPr>
          <p:grpSpPr>
            <a:xfrm>
              <a:off x="1369828" y="5517253"/>
              <a:ext cx="2207090" cy="427375"/>
              <a:chOff x="1692998" y="407406"/>
              <a:chExt cx="2254312" cy="651852"/>
            </a:xfrm>
          </p:grpSpPr>
          <p:sp>
            <p:nvSpPr>
              <p:cNvPr id="255" name="header_HOUSEHOLDS">
                <a:extLst>
                  <a:ext uri="{FF2B5EF4-FFF2-40B4-BE49-F238E27FC236}">
                    <a16:creationId xmlns:a16="http://schemas.microsoft.com/office/drawing/2014/main" id="{C1F24083-BE48-E2D8-6F35-0856496A478B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HOUSEHOLDS</a:t>
                </a:r>
              </a:p>
            </p:txBody>
          </p:sp>
          <p:sp>
            <p:nvSpPr>
              <p:cNvPr id="256" name="val_HOUSEHOLDS">
                <a:extLst>
                  <a:ext uri="{FF2B5EF4-FFF2-40B4-BE49-F238E27FC236}">
                    <a16:creationId xmlns:a16="http://schemas.microsoft.com/office/drawing/2014/main" id="{9BA7116A-93AC-CEE2-1558-664705881E04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57" name="var_HOUSEHOLDS">
                <a:extLst>
                  <a:ext uri="{FF2B5EF4-FFF2-40B4-BE49-F238E27FC236}">
                    <a16:creationId xmlns:a16="http://schemas.microsoft.com/office/drawing/2014/main" id="{E8E7E021-10D8-4937-A4DD-35FD459A0E39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51" name="group_HHOLDS-BUYERS">
              <a:extLst>
                <a:ext uri="{FF2B5EF4-FFF2-40B4-BE49-F238E27FC236}">
                  <a16:creationId xmlns:a16="http://schemas.microsoft.com/office/drawing/2014/main" id="{618E6670-8AF8-8B17-0AEF-1DD58A0B3010}"/>
                </a:ext>
              </a:extLst>
            </p:cNvPr>
            <p:cNvGrpSpPr/>
            <p:nvPr/>
          </p:nvGrpSpPr>
          <p:grpSpPr>
            <a:xfrm>
              <a:off x="1369828" y="6087123"/>
              <a:ext cx="2207090" cy="427375"/>
              <a:chOff x="1692998" y="407406"/>
              <a:chExt cx="2254312" cy="651852"/>
            </a:xfrm>
          </p:grpSpPr>
          <p:sp>
            <p:nvSpPr>
              <p:cNvPr id="252" name="header_HHOLDS-BUYERS">
                <a:extLst>
                  <a:ext uri="{FF2B5EF4-FFF2-40B4-BE49-F238E27FC236}">
                    <a16:creationId xmlns:a16="http://schemas.microsoft.com/office/drawing/2014/main" id="{C55BC909-8720-C5A6-A674-BDA13973055A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HHOLD BUYERS</a:t>
                </a:r>
              </a:p>
            </p:txBody>
          </p:sp>
          <p:sp>
            <p:nvSpPr>
              <p:cNvPr id="253" name="val_HHOLDS-BUYERS">
                <a:extLst>
                  <a:ext uri="{FF2B5EF4-FFF2-40B4-BE49-F238E27FC236}">
                    <a16:creationId xmlns:a16="http://schemas.microsoft.com/office/drawing/2014/main" id="{DAB27C96-4ADD-2CFF-413B-38B1335234A3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54" name="var_HHOLDS-BUYERS">
                <a:extLst>
                  <a:ext uri="{FF2B5EF4-FFF2-40B4-BE49-F238E27FC236}">
                    <a16:creationId xmlns:a16="http://schemas.microsoft.com/office/drawing/2014/main" id="{506FAFE7-077A-7F17-B0F2-782CA05D957B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</p:grpSp>
      <p:grpSp>
        <p:nvGrpSpPr>
          <p:cNvPr id="285" name="VERTICAL_TREE_4">
            <a:extLst>
              <a:ext uri="{FF2B5EF4-FFF2-40B4-BE49-F238E27FC236}">
                <a16:creationId xmlns:a16="http://schemas.microsoft.com/office/drawing/2014/main" id="{D2D59D05-DC5E-B40E-DE54-C708D21FE19E}"/>
              </a:ext>
            </a:extLst>
          </p:cNvPr>
          <p:cNvGrpSpPr/>
          <p:nvPr/>
        </p:nvGrpSpPr>
        <p:grpSpPr>
          <a:xfrm>
            <a:off x="7282048" y="510987"/>
            <a:ext cx="2207090" cy="5640393"/>
            <a:chOff x="1369828" y="388414"/>
            <a:chExt cx="2207090" cy="6126084"/>
          </a:xfrm>
        </p:grpSpPr>
        <p:grpSp>
          <p:nvGrpSpPr>
            <p:cNvPr id="286" name="group_VALUE">
              <a:extLst>
                <a:ext uri="{FF2B5EF4-FFF2-40B4-BE49-F238E27FC236}">
                  <a16:creationId xmlns:a16="http://schemas.microsoft.com/office/drawing/2014/main" id="{DB4AD2EA-11D5-E2FE-A8D8-AD3F6AFB09C6}"/>
                </a:ext>
              </a:extLst>
            </p:cNvPr>
            <p:cNvGrpSpPr/>
            <p:nvPr/>
          </p:nvGrpSpPr>
          <p:grpSpPr>
            <a:xfrm>
              <a:off x="1369828" y="388414"/>
              <a:ext cx="2207090" cy="427375"/>
              <a:chOff x="1692998" y="407406"/>
              <a:chExt cx="2254312" cy="651852"/>
            </a:xfrm>
          </p:grpSpPr>
          <p:sp>
            <p:nvSpPr>
              <p:cNvPr id="327" name="header_VALUE">
                <a:extLst>
                  <a:ext uri="{FF2B5EF4-FFF2-40B4-BE49-F238E27FC236}">
                    <a16:creationId xmlns:a16="http://schemas.microsoft.com/office/drawing/2014/main" id="{043B5E6B-E033-855E-D3C1-72CC0267AC30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VALUE ($)</a:t>
                </a:r>
              </a:p>
            </p:txBody>
          </p:sp>
          <p:sp>
            <p:nvSpPr>
              <p:cNvPr id="328" name="val_VALUE">
                <a:extLst>
                  <a:ext uri="{FF2B5EF4-FFF2-40B4-BE49-F238E27FC236}">
                    <a16:creationId xmlns:a16="http://schemas.microsoft.com/office/drawing/2014/main" id="{7BE92DB7-36FF-9A65-B181-AAAFD7D4732B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29" name="var_VALUE">
                <a:extLst>
                  <a:ext uri="{FF2B5EF4-FFF2-40B4-BE49-F238E27FC236}">
                    <a16:creationId xmlns:a16="http://schemas.microsoft.com/office/drawing/2014/main" id="{50E509F0-C05F-53AC-AEF1-DAF8C836BE78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87" name="group_UNITS">
              <a:extLst>
                <a:ext uri="{FF2B5EF4-FFF2-40B4-BE49-F238E27FC236}">
                  <a16:creationId xmlns:a16="http://schemas.microsoft.com/office/drawing/2014/main" id="{577EC943-7F9B-D86D-673E-822E3D017618}"/>
                </a:ext>
              </a:extLst>
            </p:cNvPr>
            <p:cNvGrpSpPr/>
            <p:nvPr/>
          </p:nvGrpSpPr>
          <p:grpSpPr>
            <a:xfrm>
              <a:off x="1369828" y="958285"/>
              <a:ext cx="2207090" cy="427375"/>
              <a:chOff x="1692998" y="407406"/>
              <a:chExt cx="2254312" cy="651852"/>
            </a:xfrm>
          </p:grpSpPr>
          <p:sp>
            <p:nvSpPr>
              <p:cNvPr id="324" name="header_UNITS">
                <a:extLst>
                  <a:ext uri="{FF2B5EF4-FFF2-40B4-BE49-F238E27FC236}">
                    <a16:creationId xmlns:a16="http://schemas.microsoft.com/office/drawing/2014/main" id="{8CE31D02-236F-F675-757E-DFE8E8304ED0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UNITS</a:t>
                </a:r>
                <a:endParaRPr lang="pt-BR" sz="900" b="1" dirty="0"/>
              </a:p>
            </p:txBody>
          </p:sp>
          <p:sp>
            <p:nvSpPr>
              <p:cNvPr id="325" name="val_UNITS">
                <a:extLst>
                  <a:ext uri="{FF2B5EF4-FFF2-40B4-BE49-F238E27FC236}">
                    <a16:creationId xmlns:a16="http://schemas.microsoft.com/office/drawing/2014/main" id="{2F3C1DFF-7C85-6CC9-2F62-A08EB6A713FE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26" name="var_UNITS">
                <a:extLst>
                  <a:ext uri="{FF2B5EF4-FFF2-40B4-BE49-F238E27FC236}">
                    <a16:creationId xmlns:a16="http://schemas.microsoft.com/office/drawing/2014/main" id="{E495E8D6-CD54-F235-BC8A-0805B4D3CDD1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88" name="group_AVERAGE-PRICE">
              <a:extLst>
                <a:ext uri="{FF2B5EF4-FFF2-40B4-BE49-F238E27FC236}">
                  <a16:creationId xmlns:a16="http://schemas.microsoft.com/office/drawing/2014/main" id="{AADA256B-940F-52E4-E54B-4F0CC7B7BAAB}"/>
                </a:ext>
              </a:extLst>
            </p:cNvPr>
            <p:cNvGrpSpPr/>
            <p:nvPr/>
          </p:nvGrpSpPr>
          <p:grpSpPr>
            <a:xfrm>
              <a:off x="1369828" y="1528156"/>
              <a:ext cx="2207090" cy="427375"/>
              <a:chOff x="1692998" y="407406"/>
              <a:chExt cx="2254312" cy="651852"/>
            </a:xfrm>
          </p:grpSpPr>
          <p:sp>
            <p:nvSpPr>
              <p:cNvPr id="321" name="header_AVERAGE-PRICE">
                <a:extLst>
                  <a:ext uri="{FF2B5EF4-FFF2-40B4-BE49-F238E27FC236}">
                    <a16:creationId xmlns:a16="http://schemas.microsoft.com/office/drawing/2014/main" id="{675760B4-6F81-FC36-68DB-05DE721EAF66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AVERAGE PRICE ($)</a:t>
                </a:r>
                <a:endParaRPr lang="pt-BR" sz="900" b="1" dirty="0"/>
              </a:p>
            </p:txBody>
          </p:sp>
          <p:sp>
            <p:nvSpPr>
              <p:cNvPr id="322" name="val_AVERAGE-PRICE">
                <a:extLst>
                  <a:ext uri="{FF2B5EF4-FFF2-40B4-BE49-F238E27FC236}">
                    <a16:creationId xmlns:a16="http://schemas.microsoft.com/office/drawing/2014/main" id="{B818AB73-95DD-3E64-CFA9-48CC0488F355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23" name="var_AVERAGE-PRICE">
                <a:extLst>
                  <a:ext uri="{FF2B5EF4-FFF2-40B4-BE49-F238E27FC236}">
                    <a16:creationId xmlns:a16="http://schemas.microsoft.com/office/drawing/2014/main" id="{845A0D1F-6A3C-17E9-861A-55930296A6B3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89" name="group_PENETRATION">
              <a:extLst>
                <a:ext uri="{FF2B5EF4-FFF2-40B4-BE49-F238E27FC236}">
                  <a16:creationId xmlns:a16="http://schemas.microsoft.com/office/drawing/2014/main" id="{4E59EB01-98D0-9AD3-7B0D-6A3F9A710350}"/>
                </a:ext>
              </a:extLst>
            </p:cNvPr>
            <p:cNvGrpSpPr/>
            <p:nvPr/>
          </p:nvGrpSpPr>
          <p:grpSpPr>
            <a:xfrm>
              <a:off x="1369828" y="2098027"/>
              <a:ext cx="2207090" cy="427375"/>
              <a:chOff x="1692998" y="407406"/>
              <a:chExt cx="2254312" cy="651852"/>
            </a:xfrm>
          </p:grpSpPr>
          <p:sp>
            <p:nvSpPr>
              <p:cNvPr id="318" name="header_PENETRATION">
                <a:extLst>
                  <a:ext uri="{FF2B5EF4-FFF2-40B4-BE49-F238E27FC236}">
                    <a16:creationId xmlns:a16="http://schemas.microsoft.com/office/drawing/2014/main" id="{3D4372AE-4A0D-A678-7BA0-1556B3850FE0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PENETRATION (%)</a:t>
                </a:r>
              </a:p>
            </p:txBody>
          </p:sp>
          <p:sp>
            <p:nvSpPr>
              <p:cNvPr id="319" name="val_PENETRATION">
                <a:extLst>
                  <a:ext uri="{FF2B5EF4-FFF2-40B4-BE49-F238E27FC236}">
                    <a16:creationId xmlns:a16="http://schemas.microsoft.com/office/drawing/2014/main" id="{AFDD3FA2-3D3D-BDBD-B496-D6158DF6198F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20" name="var_PENETRATION">
                <a:extLst>
                  <a:ext uri="{FF2B5EF4-FFF2-40B4-BE49-F238E27FC236}">
                    <a16:creationId xmlns:a16="http://schemas.microsoft.com/office/drawing/2014/main" id="{F4148030-B4C3-2377-B050-4C220DE72C61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0" name="group_FREQUENCY">
              <a:extLst>
                <a:ext uri="{FF2B5EF4-FFF2-40B4-BE49-F238E27FC236}">
                  <a16:creationId xmlns:a16="http://schemas.microsoft.com/office/drawing/2014/main" id="{BE1B85C4-F763-C946-2E14-16267009FE0F}"/>
                </a:ext>
              </a:extLst>
            </p:cNvPr>
            <p:cNvGrpSpPr/>
            <p:nvPr/>
          </p:nvGrpSpPr>
          <p:grpSpPr>
            <a:xfrm>
              <a:off x="1369828" y="2667898"/>
              <a:ext cx="2207090" cy="427375"/>
              <a:chOff x="1692998" y="407406"/>
              <a:chExt cx="2254312" cy="651852"/>
            </a:xfrm>
          </p:grpSpPr>
          <p:sp>
            <p:nvSpPr>
              <p:cNvPr id="315" name="header_FREQUENCY">
                <a:extLst>
                  <a:ext uri="{FF2B5EF4-FFF2-40B4-BE49-F238E27FC236}">
                    <a16:creationId xmlns:a16="http://schemas.microsoft.com/office/drawing/2014/main" id="{7EB9B591-894B-6901-70BB-9D8E786EDFD0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FREQUENCY</a:t>
                </a:r>
              </a:p>
            </p:txBody>
          </p:sp>
          <p:sp>
            <p:nvSpPr>
              <p:cNvPr id="316" name="val_FREQUENCY">
                <a:extLst>
                  <a:ext uri="{FF2B5EF4-FFF2-40B4-BE49-F238E27FC236}">
                    <a16:creationId xmlns:a16="http://schemas.microsoft.com/office/drawing/2014/main" id="{25658DB6-37FC-613B-B635-893F3C89026D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17" name="var_FREQUENCY">
                <a:extLst>
                  <a:ext uri="{FF2B5EF4-FFF2-40B4-BE49-F238E27FC236}">
                    <a16:creationId xmlns:a16="http://schemas.microsoft.com/office/drawing/2014/main" id="{1ADBE10D-A3B6-A44C-5383-0A0302D38E7F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1" name="group_UNITS-PER-TRIP">
              <a:extLst>
                <a:ext uri="{FF2B5EF4-FFF2-40B4-BE49-F238E27FC236}">
                  <a16:creationId xmlns:a16="http://schemas.microsoft.com/office/drawing/2014/main" id="{3109578A-6D25-13F9-81A5-F29E695065A5}"/>
                </a:ext>
              </a:extLst>
            </p:cNvPr>
            <p:cNvGrpSpPr/>
            <p:nvPr/>
          </p:nvGrpSpPr>
          <p:grpSpPr>
            <a:xfrm>
              <a:off x="1369828" y="3237769"/>
              <a:ext cx="2207090" cy="427375"/>
              <a:chOff x="1692998" y="407406"/>
              <a:chExt cx="2254312" cy="651852"/>
            </a:xfrm>
          </p:grpSpPr>
          <p:sp>
            <p:nvSpPr>
              <p:cNvPr id="312" name="header_UNITS-PER-TRIP">
                <a:extLst>
                  <a:ext uri="{FF2B5EF4-FFF2-40B4-BE49-F238E27FC236}">
                    <a16:creationId xmlns:a16="http://schemas.microsoft.com/office/drawing/2014/main" id="{7A692FAB-1D77-C970-4BA1-4E694530B08D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UNITS PER TRIP (UNITS)</a:t>
                </a:r>
              </a:p>
            </p:txBody>
          </p:sp>
          <p:sp>
            <p:nvSpPr>
              <p:cNvPr id="313" name="val_UNITS-PER-TRIP">
                <a:extLst>
                  <a:ext uri="{FF2B5EF4-FFF2-40B4-BE49-F238E27FC236}">
                    <a16:creationId xmlns:a16="http://schemas.microsoft.com/office/drawing/2014/main" id="{83744FF1-428B-CDDA-E54F-767646D1F3F2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14" name="var_UNITS-PER-TRIP">
                <a:extLst>
                  <a:ext uri="{FF2B5EF4-FFF2-40B4-BE49-F238E27FC236}">
                    <a16:creationId xmlns:a16="http://schemas.microsoft.com/office/drawing/2014/main" id="{374EF1DE-E6CD-67F6-10F8-732279D40068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2" name="group_AVERAGE-TICKET">
              <a:extLst>
                <a:ext uri="{FF2B5EF4-FFF2-40B4-BE49-F238E27FC236}">
                  <a16:creationId xmlns:a16="http://schemas.microsoft.com/office/drawing/2014/main" id="{4F0D9101-29F0-B8B4-DDF5-03FD4B2C6213}"/>
                </a:ext>
              </a:extLst>
            </p:cNvPr>
            <p:cNvGrpSpPr/>
            <p:nvPr/>
          </p:nvGrpSpPr>
          <p:grpSpPr>
            <a:xfrm>
              <a:off x="1369828" y="3807640"/>
              <a:ext cx="2207090" cy="427375"/>
              <a:chOff x="1692998" y="407406"/>
              <a:chExt cx="2254312" cy="651852"/>
            </a:xfrm>
          </p:grpSpPr>
          <p:sp>
            <p:nvSpPr>
              <p:cNvPr id="309" name="header_AVERAGE-TICKET">
                <a:extLst>
                  <a:ext uri="{FF2B5EF4-FFF2-40B4-BE49-F238E27FC236}">
                    <a16:creationId xmlns:a16="http://schemas.microsoft.com/office/drawing/2014/main" id="{8D20533E-233E-68D4-B73C-C7D356148415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TICKET ($)</a:t>
                </a:r>
              </a:p>
            </p:txBody>
          </p:sp>
          <p:sp>
            <p:nvSpPr>
              <p:cNvPr id="310" name="val_AVERAGE-TICKET">
                <a:extLst>
                  <a:ext uri="{FF2B5EF4-FFF2-40B4-BE49-F238E27FC236}">
                    <a16:creationId xmlns:a16="http://schemas.microsoft.com/office/drawing/2014/main" id="{005CEB44-7E85-FF51-C819-6FEE1808DB67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11" name="var_AVERAGE-TICKET">
                <a:extLst>
                  <a:ext uri="{FF2B5EF4-FFF2-40B4-BE49-F238E27FC236}">
                    <a16:creationId xmlns:a16="http://schemas.microsoft.com/office/drawing/2014/main" id="{2FEAF5E3-90C6-B257-DEB9-3C3F7856D608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3" name="group_AVERAGE-UNITS">
              <a:extLst>
                <a:ext uri="{FF2B5EF4-FFF2-40B4-BE49-F238E27FC236}">
                  <a16:creationId xmlns:a16="http://schemas.microsoft.com/office/drawing/2014/main" id="{16D62A84-9897-CC1C-E6B7-A5F151EB26B8}"/>
                </a:ext>
              </a:extLst>
            </p:cNvPr>
            <p:cNvGrpSpPr/>
            <p:nvPr/>
          </p:nvGrpSpPr>
          <p:grpSpPr>
            <a:xfrm>
              <a:off x="1369828" y="4377511"/>
              <a:ext cx="2207090" cy="427375"/>
              <a:chOff x="1692998" y="407406"/>
              <a:chExt cx="2254312" cy="651852"/>
            </a:xfrm>
          </p:grpSpPr>
          <p:sp>
            <p:nvSpPr>
              <p:cNvPr id="306" name="header_AVERAGE-UNITS">
                <a:extLst>
                  <a:ext uri="{FF2B5EF4-FFF2-40B4-BE49-F238E27FC236}">
                    <a16:creationId xmlns:a16="http://schemas.microsoft.com/office/drawing/2014/main" id="{3298273F-D7E7-D4F8-15FA-DB111DDFE30A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UNITS</a:t>
                </a:r>
              </a:p>
            </p:txBody>
          </p:sp>
          <p:sp>
            <p:nvSpPr>
              <p:cNvPr id="307" name="val_AVERAGE-UNITS">
                <a:extLst>
                  <a:ext uri="{FF2B5EF4-FFF2-40B4-BE49-F238E27FC236}">
                    <a16:creationId xmlns:a16="http://schemas.microsoft.com/office/drawing/2014/main" id="{6218AD03-C759-921C-E9DF-A009F238FC4A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08" name="var_AVERAGE-UNITS">
                <a:extLst>
                  <a:ext uri="{FF2B5EF4-FFF2-40B4-BE49-F238E27FC236}">
                    <a16:creationId xmlns:a16="http://schemas.microsoft.com/office/drawing/2014/main" id="{1C02B410-8C45-EB74-D50E-301F04DBC792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4" name="group_AVERAGE-SPEND">
              <a:extLst>
                <a:ext uri="{FF2B5EF4-FFF2-40B4-BE49-F238E27FC236}">
                  <a16:creationId xmlns:a16="http://schemas.microsoft.com/office/drawing/2014/main" id="{691597EB-89E8-70C0-E56A-FD3DAB4E1311}"/>
                </a:ext>
              </a:extLst>
            </p:cNvPr>
            <p:cNvGrpSpPr/>
            <p:nvPr/>
          </p:nvGrpSpPr>
          <p:grpSpPr>
            <a:xfrm>
              <a:off x="1369828" y="4947382"/>
              <a:ext cx="2207090" cy="427375"/>
              <a:chOff x="1692998" y="407406"/>
              <a:chExt cx="2254312" cy="651852"/>
            </a:xfrm>
          </p:grpSpPr>
          <p:sp>
            <p:nvSpPr>
              <p:cNvPr id="303" name="header_AVERAGE-SPEND">
                <a:extLst>
                  <a:ext uri="{FF2B5EF4-FFF2-40B4-BE49-F238E27FC236}">
                    <a16:creationId xmlns:a16="http://schemas.microsoft.com/office/drawing/2014/main" id="{2890DC4B-95D9-25CB-2748-90EAB4727919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SPEND ($)</a:t>
                </a:r>
              </a:p>
            </p:txBody>
          </p:sp>
          <p:sp>
            <p:nvSpPr>
              <p:cNvPr id="304" name="val_AVERAGE-SPEND">
                <a:extLst>
                  <a:ext uri="{FF2B5EF4-FFF2-40B4-BE49-F238E27FC236}">
                    <a16:creationId xmlns:a16="http://schemas.microsoft.com/office/drawing/2014/main" id="{6A634E60-7C72-6494-7A45-CE8205343036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05" name="var_AVERAGE-SPEND">
                <a:extLst>
                  <a:ext uri="{FF2B5EF4-FFF2-40B4-BE49-F238E27FC236}">
                    <a16:creationId xmlns:a16="http://schemas.microsoft.com/office/drawing/2014/main" id="{A7334631-62C8-40DE-B3B3-4B1EED4F8A2D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5" name="group_HOUSEHOLDS">
              <a:extLst>
                <a:ext uri="{FF2B5EF4-FFF2-40B4-BE49-F238E27FC236}">
                  <a16:creationId xmlns:a16="http://schemas.microsoft.com/office/drawing/2014/main" id="{C863A37D-521C-4174-389F-1ECC2DCA2C5C}"/>
                </a:ext>
              </a:extLst>
            </p:cNvPr>
            <p:cNvGrpSpPr/>
            <p:nvPr/>
          </p:nvGrpSpPr>
          <p:grpSpPr>
            <a:xfrm>
              <a:off x="1369828" y="5517253"/>
              <a:ext cx="2207090" cy="427375"/>
              <a:chOff x="1692998" y="407406"/>
              <a:chExt cx="2254312" cy="651852"/>
            </a:xfrm>
          </p:grpSpPr>
          <p:sp>
            <p:nvSpPr>
              <p:cNvPr id="300" name="header_HOUSEHOLDS">
                <a:extLst>
                  <a:ext uri="{FF2B5EF4-FFF2-40B4-BE49-F238E27FC236}">
                    <a16:creationId xmlns:a16="http://schemas.microsoft.com/office/drawing/2014/main" id="{081AC802-2B57-102B-4C0D-D72364087C1A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HOUSEHOLDS</a:t>
                </a:r>
              </a:p>
            </p:txBody>
          </p:sp>
          <p:sp>
            <p:nvSpPr>
              <p:cNvPr id="301" name="val_HOUSEHOLDS">
                <a:extLst>
                  <a:ext uri="{FF2B5EF4-FFF2-40B4-BE49-F238E27FC236}">
                    <a16:creationId xmlns:a16="http://schemas.microsoft.com/office/drawing/2014/main" id="{005968C1-6DC5-F9E6-947A-957200C1C29C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02" name="var_HOUSEHOLDS">
                <a:extLst>
                  <a:ext uri="{FF2B5EF4-FFF2-40B4-BE49-F238E27FC236}">
                    <a16:creationId xmlns:a16="http://schemas.microsoft.com/office/drawing/2014/main" id="{73F0871B-00D1-8096-2521-1C8627BAAE66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296" name="group_HHOLDS-BUYERS">
              <a:extLst>
                <a:ext uri="{FF2B5EF4-FFF2-40B4-BE49-F238E27FC236}">
                  <a16:creationId xmlns:a16="http://schemas.microsoft.com/office/drawing/2014/main" id="{FBF2772D-B506-087E-3D85-C9788BD2A8E6}"/>
                </a:ext>
              </a:extLst>
            </p:cNvPr>
            <p:cNvGrpSpPr/>
            <p:nvPr/>
          </p:nvGrpSpPr>
          <p:grpSpPr>
            <a:xfrm>
              <a:off x="1369828" y="6087123"/>
              <a:ext cx="2207090" cy="427375"/>
              <a:chOff x="1692998" y="407406"/>
              <a:chExt cx="2254312" cy="651852"/>
            </a:xfrm>
          </p:grpSpPr>
          <p:sp>
            <p:nvSpPr>
              <p:cNvPr id="297" name="header_HHOLDS-BUYERS">
                <a:extLst>
                  <a:ext uri="{FF2B5EF4-FFF2-40B4-BE49-F238E27FC236}">
                    <a16:creationId xmlns:a16="http://schemas.microsoft.com/office/drawing/2014/main" id="{0E6B2421-A268-F94F-F45A-F18D26E57855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HHOLD BUYERS</a:t>
                </a:r>
              </a:p>
            </p:txBody>
          </p:sp>
          <p:sp>
            <p:nvSpPr>
              <p:cNvPr id="298" name="val_HHOLDS-BUYERS">
                <a:extLst>
                  <a:ext uri="{FF2B5EF4-FFF2-40B4-BE49-F238E27FC236}">
                    <a16:creationId xmlns:a16="http://schemas.microsoft.com/office/drawing/2014/main" id="{F95254F1-087F-283B-EDD0-A88A530D1D3C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299" name="var_HHOLDS-BUYERS">
                <a:extLst>
                  <a:ext uri="{FF2B5EF4-FFF2-40B4-BE49-F238E27FC236}">
                    <a16:creationId xmlns:a16="http://schemas.microsoft.com/office/drawing/2014/main" id="{2E9BAA6D-6A1E-767E-9CB0-EF332EDDB9E2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</p:grpSp>
      <p:grpSp>
        <p:nvGrpSpPr>
          <p:cNvPr id="330" name="VERTICAL_TREE_5">
            <a:extLst>
              <a:ext uri="{FF2B5EF4-FFF2-40B4-BE49-F238E27FC236}">
                <a16:creationId xmlns:a16="http://schemas.microsoft.com/office/drawing/2014/main" id="{767F7B33-8524-8F22-A20B-36457B94CB89}"/>
              </a:ext>
            </a:extLst>
          </p:cNvPr>
          <p:cNvGrpSpPr/>
          <p:nvPr/>
        </p:nvGrpSpPr>
        <p:grpSpPr>
          <a:xfrm>
            <a:off x="9626318" y="510987"/>
            <a:ext cx="2207090" cy="5640393"/>
            <a:chOff x="1369828" y="388414"/>
            <a:chExt cx="2207090" cy="6126084"/>
          </a:xfrm>
        </p:grpSpPr>
        <p:grpSp>
          <p:nvGrpSpPr>
            <p:cNvPr id="331" name="group_VALUE">
              <a:extLst>
                <a:ext uri="{FF2B5EF4-FFF2-40B4-BE49-F238E27FC236}">
                  <a16:creationId xmlns:a16="http://schemas.microsoft.com/office/drawing/2014/main" id="{43AB6F07-2340-9039-723A-9223F6BB6DE6}"/>
                </a:ext>
              </a:extLst>
            </p:cNvPr>
            <p:cNvGrpSpPr/>
            <p:nvPr/>
          </p:nvGrpSpPr>
          <p:grpSpPr>
            <a:xfrm>
              <a:off x="1369828" y="388414"/>
              <a:ext cx="2207090" cy="427375"/>
              <a:chOff x="1692998" y="407406"/>
              <a:chExt cx="2254312" cy="651852"/>
            </a:xfrm>
          </p:grpSpPr>
          <p:sp>
            <p:nvSpPr>
              <p:cNvPr id="372" name="header_VALUE">
                <a:extLst>
                  <a:ext uri="{FF2B5EF4-FFF2-40B4-BE49-F238E27FC236}">
                    <a16:creationId xmlns:a16="http://schemas.microsoft.com/office/drawing/2014/main" id="{D913ECB1-2095-7B87-CEC3-E254EE020420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VALUE ($)</a:t>
                </a:r>
              </a:p>
            </p:txBody>
          </p:sp>
          <p:sp>
            <p:nvSpPr>
              <p:cNvPr id="373" name="val_VALUE">
                <a:extLst>
                  <a:ext uri="{FF2B5EF4-FFF2-40B4-BE49-F238E27FC236}">
                    <a16:creationId xmlns:a16="http://schemas.microsoft.com/office/drawing/2014/main" id="{988A1E85-DC25-945C-516E-024AF6FB3E5A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74" name="var_VALUE">
                <a:extLst>
                  <a:ext uri="{FF2B5EF4-FFF2-40B4-BE49-F238E27FC236}">
                    <a16:creationId xmlns:a16="http://schemas.microsoft.com/office/drawing/2014/main" id="{CDB0CABF-65A0-B48C-3809-B8E32EFA4CE5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2" name="group_UNITS">
              <a:extLst>
                <a:ext uri="{FF2B5EF4-FFF2-40B4-BE49-F238E27FC236}">
                  <a16:creationId xmlns:a16="http://schemas.microsoft.com/office/drawing/2014/main" id="{672D7865-8430-80AD-2D70-DC004B5BA2CF}"/>
                </a:ext>
              </a:extLst>
            </p:cNvPr>
            <p:cNvGrpSpPr/>
            <p:nvPr/>
          </p:nvGrpSpPr>
          <p:grpSpPr>
            <a:xfrm>
              <a:off x="1369828" y="958285"/>
              <a:ext cx="2207090" cy="427375"/>
              <a:chOff x="1692998" y="407406"/>
              <a:chExt cx="2254312" cy="651852"/>
            </a:xfrm>
          </p:grpSpPr>
          <p:sp>
            <p:nvSpPr>
              <p:cNvPr id="369" name="header_UNITS">
                <a:extLst>
                  <a:ext uri="{FF2B5EF4-FFF2-40B4-BE49-F238E27FC236}">
                    <a16:creationId xmlns:a16="http://schemas.microsoft.com/office/drawing/2014/main" id="{C0C28014-1FB3-B79D-DD10-43B34B75D7BF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UNITS</a:t>
                </a:r>
                <a:endParaRPr lang="pt-BR" sz="900" b="1" dirty="0"/>
              </a:p>
            </p:txBody>
          </p:sp>
          <p:sp>
            <p:nvSpPr>
              <p:cNvPr id="370" name="val_UNITS">
                <a:extLst>
                  <a:ext uri="{FF2B5EF4-FFF2-40B4-BE49-F238E27FC236}">
                    <a16:creationId xmlns:a16="http://schemas.microsoft.com/office/drawing/2014/main" id="{C91F7996-6A31-8421-8A07-F6B84967D698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71" name="var_UNITS">
                <a:extLst>
                  <a:ext uri="{FF2B5EF4-FFF2-40B4-BE49-F238E27FC236}">
                    <a16:creationId xmlns:a16="http://schemas.microsoft.com/office/drawing/2014/main" id="{59027E6A-9001-B504-22AF-41127E9251D9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3" name="group_AVERAGE-PRICE">
              <a:extLst>
                <a:ext uri="{FF2B5EF4-FFF2-40B4-BE49-F238E27FC236}">
                  <a16:creationId xmlns:a16="http://schemas.microsoft.com/office/drawing/2014/main" id="{A07B7FA9-308E-1A6C-2D00-36E0F32CA5F6}"/>
                </a:ext>
              </a:extLst>
            </p:cNvPr>
            <p:cNvGrpSpPr/>
            <p:nvPr/>
          </p:nvGrpSpPr>
          <p:grpSpPr>
            <a:xfrm>
              <a:off x="1369828" y="1528156"/>
              <a:ext cx="2207090" cy="427375"/>
              <a:chOff x="1692998" y="407406"/>
              <a:chExt cx="2254312" cy="651852"/>
            </a:xfrm>
          </p:grpSpPr>
          <p:sp>
            <p:nvSpPr>
              <p:cNvPr id="366" name="header_AVERAGE-PRICE">
                <a:extLst>
                  <a:ext uri="{FF2B5EF4-FFF2-40B4-BE49-F238E27FC236}">
                    <a16:creationId xmlns:a16="http://schemas.microsoft.com/office/drawing/2014/main" id="{611BB403-8A0F-0739-9193-0648BE55078E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dirty="0"/>
                  <a:t>AVERAGE PRICE ($)</a:t>
                </a:r>
                <a:endParaRPr lang="pt-BR" sz="900" b="1" dirty="0"/>
              </a:p>
            </p:txBody>
          </p:sp>
          <p:sp>
            <p:nvSpPr>
              <p:cNvPr id="367" name="val_AVERAGE-PRICE">
                <a:extLst>
                  <a:ext uri="{FF2B5EF4-FFF2-40B4-BE49-F238E27FC236}">
                    <a16:creationId xmlns:a16="http://schemas.microsoft.com/office/drawing/2014/main" id="{EAA91094-A064-5333-D513-2CBEA38D2CD9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68" name="var_AVERAGE-PRICE">
                <a:extLst>
                  <a:ext uri="{FF2B5EF4-FFF2-40B4-BE49-F238E27FC236}">
                    <a16:creationId xmlns:a16="http://schemas.microsoft.com/office/drawing/2014/main" id="{95438E8A-C103-2023-2472-0CE6F9DB564A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4" name="group_PENETRATION">
              <a:extLst>
                <a:ext uri="{FF2B5EF4-FFF2-40B4-BE49-F238E27FC236}">
                  <a16:creationId xmlns:a16="http://schemas.microsoft.com/office/drawing/2014/main" id="{AC404786-0A08-754A-620A-0A17BA514255}"/>
                </a:ext>
              </a:extLst>
            </p:cNvPr>
            <p:cNvGrpSpPr/>
            <p:nvPr/>
          </p:nvGrpSpPr>
          <p:grpSpPr>
            <a:xfrm>
              <a:off x="1369828" y="2098027"/>
              <a:ext cx="2207090" cy="427375"/>
              <a:chOff x="1692998" y="407406"/>
              <a:chExt cx="2254312" cy="651852"/>
            </a:xfrm>
          </p:grpSpPr>
          <p:sp>
            <p:nvSpPr>
              <p:cNvPr id="363" name="header_PENETRATION">
                <a:extLst>
                  <a:ext uri="{FF2B5EF4-FFF2-40B4-BE49-F238E27FC236}">
                    <a16:creationId xmlns:a16="http://schemas.microsoft.com/office/drawing/2014/main" id="{44A7D8D4-B0C7-41B9-BC55-47D0C4A39025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PENETRATION (%)</a:t>
                </a:r>
              </a:p>
            </p:txBody>
          </p:sp>
          <p:sp>
            <p:nvSpPr>
              <p:cNvPr id="364" name="val_PENETRATION">
                <a:extLst>
                  <a:ext uri="{FF2B5EF4-FFF2-40B4-BE49-F238E27FC236}">
                    <a16:creationId xmlns:a16="http://schemas.microsoft.com/office/drawing/2014/main" id="{E8747243-23A9-544D-2C3D-B34C7193EA28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65" name="var_PENETRATION">
                <a:extLst>
                  <a:ext uri="{FF2B5EF4-FFF2-40B4-BE49-F238E27FC236}">
                    <a16:creationId xmlns:a16="http://schemas.microsoft.com/office/drawing/2014/main" id="{A825B9DA-6F42-20C7-C2D7-761525A2B491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5" name="group_FREQUENCY">
              <a:extLst>
                <a:ext uri="{FF2B5EF4-FFF2-40B4-BE49-F238E27FC236}">
                  <a16:creationId xmlns:a16="http://schemas.microsoft.com/office/drawing/2014/main" id="{1B6BABCF-738A-D8D7-B8B8-6C8A234DDBB2}"/>
                </a:ext>
              </a:extLst>
            </p:cNvPr>
            <p:cNvGrpSpPr/>
            <p:nvPr/>
          </p:nvGrpSpPr>
          <p:grpSpPr>
            <a:xfrm>
              <a:off x="1369828" y="2667898"/>
              <a:ext cx="2207090" cy="427375"/>
              <a:chOff x="1692998" y="407406"/>
              <a:chExt cx="2254312" cy="651852"/>
            </a:xfrm>
          </p:grpSpPr>
          <p:sp>
            <p:nvSpPr>
              <p:cNvPr id="360" name="header_FREQUENCY">
                <a:extLst>
                  <a:ext uri="{FF2B5EF4-FFF2-40B4-BE49-F238E27FC236}">
                    <a16:creationId xmlns:a16="http://schemas.microsoft.com/office/drawing/2014/main" id="{D578D80B-2E07-EE0D-235C-A981A7F9671C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FREQUENCY</a:t>
                </a:r>
              </a:p>
            </p:txBody>
          </p:sp>
          <p:sp>
            <p:nvSpPr>
              <p:cNvPr id="361" name="val_FREQUENCY">
                <a:extLst>
                  <a:ext uri="{FF2B5EF4-FFF2-40B4-BE49-F238E27FC236}">
                    <a16:creationId xmlns:a16="http://schemas.microsoft.com/office/drawing/2014/main" id="{D62A9E09-03A7-BDB2-79ED-7EBA1C30FB7B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62" name="var_FREQUENCY">
                <a:extLst>
                  <a:ext uri="{FF2B5EF4-FFF2-40B4-BE49-F238E27FC236}">
                    <a16:creationId xmlns:a16="http://schemas.microsoft.com/office/drawing/2014/main" id="{1E56617C-A832-333B-BE62-0A31CD349F18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6" name="group_UNITS-PER-TRIP">
              <a:extLst>
                <a:ext uri="{FF2B5EF4-FFF2-40B4-BE49-F238E27FC236}">
                  <a16:creationId xmlns:a16="http://schemas.microsoft.com/office/drawing/2014/main" id="{37CB7CBA-6E61-2721-ABA7-E0F1A4828D80}"/>
                </a:ext>
              </a:extLst>
            </p:cNvPr>
            <p:cNvGrpSpPr/>
            <p:nvPr/>
          </p:nvGrpSpPr>
          <p:grpSpPr>
            <a:xfrm>
              <a:off x="1369828" y="3237769"/>
              <a:ext cx="2207090" cy="427375"/>
              <a:chOff x="1692998" y="407406"/>
              <a:chExt cx="2254312" cy="651852"/>
            </a:xfrm>
          </p:grpSpPr>
          <p:sp>
            <p:nvSpPr>
              <p:cNvPr id="357" name="header_UNITS-PER-TRIP">
                <a:extLst>
                  <a:ext uri="{FF2B5EF4-FFF2-40B4-BE49-F238E27FC236}">
                    <a16:creationId xmlns:a16="http://schemas.microsoft.com/office/drawing/2014/main" id="{80587596-738F-7ECA-6DA8-175840F42177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UNITS PER TRIP (UNITS)</a:t>
                </a:r>
              </a:p>
            </p:txBody>
          </p:sp>
          <p:sp>
            <p:nvSpPr>
              <p:cNvPr id="358" name="val_UNITS-PER-TRIP">
                <a:extLst>
                  <a:ext uri="{FF2B5EF4-FFF2-40B4-BE49-F238E27FC236}">
                    <a16:creationId xmlns:a16="http://schemas.microsoft.com/office/drawing/2014/main" id="{B7385DB1-F209-6A72-C230-E10B5BE41A13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59" name="var_UNITS-PER-TRIP">
                <a:extLst>
                  <a:ext uri="{FF2B5EF4-FFF2-40B4-BE49-F238E27FC236}">
                    <a16:creationId xmlns:a16="http://schemas.microsoft.com/office/drawing/2014/main" id="{64ADD8A5-93C0-E176-1EBA-FA251FE8D860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7" name="group_AVERAGE-TICKET">
              <a:extLst>
                <a:ext uri="{FF2B5EF4-FFF2-40B4-BE49-F238E27FC236}">
                  <a16:creationId xmlns:a16="http://schemas.microsoft.com/office/drawing/2014/main" id="{AE5E7AD5-324F-42A6-58C7-E53FF8EBC127}"/>
                </a:ext>
              </a:extLst>
            </p:cNvPr>
            <p:cNvGrpSpPr/>
            <p:nvPr/>
          </p:nvGrpSpPr>
          <p:grpSpPr>
            <a:xfrm>
              <a:off x="1369828" y="3807640"/>
              <a:ext cx="2207090" cy="427375"/>
              <a:chOff x="1692998" y="407406"/>
              <a:chExt cx="2254312" cy="651852"/>
            </a:xfrm>
          </p:grpSpPr>
          <p:sp>
            <p:nvSpPr>
              <p:cNvPr id="354" name="header_AVERAGE-TICKET">
                <a:extLst>
                  <a:ext uri="{FF2B5EF4-FFF2-40B4-BE49-F238E27FC236}">
                    <a16:creationId xmlns:a16="http://schemas.microsoft.com/office/drawing/2014/main" id="{3821EA0A-CDBC-E7F7-21C3-9BC3FB5BCF21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TICKET ($)</a:t>
                </a:r>
              </a:p>
            </p:txBody>
          </p:sp>
          <p:sp>
            <p:nvSpPr>
              <p:cNvPr id="355" name="val_AVERAGE-TICKET">
                <a:extLst>
                  <a:ext uri="{FF2B5EF4-FFF2-40B4-BE49-F238E27FC236}">
                    <a16:creationId xmlns:a16="http://schemas.microsoft.com/office/drawing/2014/main" id="{C32CD276-D646-3ABC-25E0-EDB35CD92D1C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56" name="var_AVERAGE-TICKET">
                <a:extLst>
                  <a:ext uri="{FF2B5EF4-FFF2-40B4-BE49-F238E27FC236}">
                    <a16:creationId xmlns:a16="http://schemas.microsoft.com/office/drawing/2014/main" id="{DFA34A62-24B5-90C4-9C86-923ABDE96417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8" name="group_AVERAGE-UNITS">
              <a:extLst>
                <a:ext uri="{FF2B5EF4-FFF2-40B4-BE49-F238E27FC236}">
                  <a16:creationId xmlns:a16="http://schemas.microsoft.com/office/drawing/2014/main" id="{FF4C119E-3D0E-A063-BE22-CCA2D0279CCC}"/>
                </a:ext>
              </a:extLst>
            </p:cNvPr>
            <p:cNvGrpSpPr/>
            <p:nvPr/>
          </p:nvGrpSpPr>
          <p:grpSpPr>
            <a:xfrm>
              <a:off x="1369828" y="4377511"/>
              <a:ext cx="2207090" cy="427375"/>
              <a:chOff x="1692998" y="407406"/>
              <a:chExt cx="2254312" cy="651852"/>
            </a:xfrm>
          </p:grpSpPr>
          <p:sp>
            <p:nvSpPr>
              <p:cNvPr id="351" name="header_AVERAGE-UNITS">
                <a:extLst>
                  <a:ext uri="{FF2B5EF4-FFF2-40B4-BE49-F238E27FC236}">
                    <a16:creationId xmlns:a16="http://schemas.microsoft.com/office/drawing/2014/main" id="{D7EDA4A7-A5FA-D948-5194-A1AF4DF7145B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UNITS</a:t>
                </a:r>
              </a:p>
            </p:txBody>
          </p:sp>
          <p:sp>
            <p:nvSpPr>
              <p:cNvPr id="352" name="val_AVERAGE-UNITS">
                <a:extLst>
                  <a:ext uri="{FF2B5EF4-FFF2-40B4-BE49-F238E27FC236}">
                    <a16:creationId xmlns:a16="http://schemas.microsoft.com/office/drawing/2014/main" id="{795822EC-0428-EAE8-1F9A-90D705F403E1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53" name="var_AVERAGE-UNITS">
                <a:extLst>
                  <a:ext uri="{FF2B5EF4-FFF2-40B4-BE49-F238E27FC236}">
                    <a16:creationId xmlns:a16="http://schemas.microsoft.com/office/drawing/2014/main" id="{640A0D7D-C4E0-1F5C-9CF8-1EC68B6FE15C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39" name="group_AVERAGE-SPEND">
              <a:extLst>
                <a:ext uri="{FF2B5EF4-FFF2-40B4-BE49-F238E27FC236}">
                  <a16:creationId xmlns:a16="http://schemas.microsoft.com/office/drawing/2014/main" id="{1667ADEE-740E-3794-1A2B-93BA36EEA577}"/>
                </a:ext>
              </a:extLst>
            </p:cNvPr>
            <p:cNvGrpSpPr/>
            <p:nvPr/>
          </p:nvGrpSpPr>
          <p:grpSpPr>
            <a:xfrm>
              <a:off x="1369828" y="4947382"/>
              <a:ext cx="2207090" cy="427375"/>
              <a:chOff x="1692998" y="407406"/>
              <a:chExt cx="2254312" cy="651852"/>
            </a:xfrm>
          </p:grpSpPr>
          <p:sp>
            <p:nvSpPr>
              <p:cNvPr id="348" name="header_AVERAGE-SPEND">
                <a:extLst>
                  <a:ext uri="{FF2B5EF4-FFF2-40B4-BE49-F238E27FC236}">
                    <a16:creationId xmlns:a16="http://schemas.microsoft.com/office/drawing/2014/main" id="{EFE4A53F-56EE-06DA-5504-FC9E605FB36C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AVERAGE SPEND ($)</a:t>
                </a:r>
              </a:p>
            </p:txBody>
          </p:sp>
          <p:sp>
            <p:nvSpPr>
              <p:cNvPr id="349" name="val_AVERAGE-SPEND">
                <a:extLst>
                  <a:ext uri="{FF2B5EF4-FFF2-40B4-BE49-F238E27FC236}">
                    <a16:creationId xmlns:a16="http://schemas.microsoft.com/office/drawing/2014/main" id="{731B8575-087B-8E40-6C06-4F0756A34043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50" name="var_AVERAGE-SPEND">
                <a:extLst>
                  <a:ext uri="{FF2B5EF4-FFF2-40B4-BE49-F238E27FC236}">
                    <a16:creationId xmlns:a16="http://schemas.microsoft.com/office/drawing/2014/main" id="{1D3B2126-4138-5607-C15A-2D0FE3F811FB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40" name="group_HOUSEHOLDS">
              <a:extLst>
                <a:ext uri="{FF2B5EF4-FFF2-40B4-BE49-F238E27FC236}">
                  <a16:creationId xmlns:a16="http://schemas.microsoft.com/office/drawing/2014/main" id="{8ECD56D9-87EB-795C-86D4-1910726B1E7E}"/>
                </a:ext>
              </a:extLst>
            </p:cNvPr>
            <p:cNvGrpSpPr/>
            <p:nvPr/>
          </p:nvGrpSpPr>
          <p:grpSpPr>
            <a:xfrm>
              <a:off x="1369828" y="5517253"/>
              <a:ext cx="2207090" cy="427375"/>
              <a:chOff x="1692998" y="407406"/>
              <a:chExt cx="2254312" cy="651852"/>
            </a:xfrm>
          </p:grpSpPr>
          <p:sp>
            <p:nvSpPr>
              <p:cNvPr id="345" name="header_HOUSEHOLDS">
                <a:extLst>
                  <a:ext uri="{FF2B5EF4-FFF2-40B4-BE49-F238E27FC236}">
                    <a16:creationId xmlns:a16="http://schemas.microsoft.com/office/drawing/2014/main" id="{085B2D90-E1EC-7C9E-00AD-56A7AFFAFEFE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HOUSEHOLDS</a:t>
                </a:r>
              </a:p>
            </p:txBody>
          </p:sp>
          <p:sp>
            <p:nvSpPr>
              <p:cNvPr id="346" name="val_HOUSEHOLDS">
                <a:extLst>
                  <a:ext uri="{FF2B5EF4-FFF2-40B4-BE49-F238E27FC236}">
                    <a16:creationId xmlns:a16="http://schemas.microsoft.com/office/drawing/2014/main" id="{868B8F38-F0A3-8668-C284-3D8F9D2B334D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47" name="var_HOUSEHOLDS">
                <a:extLst>
                  <a:ext uri="{FF2B5EF4-FFF2-40B4-BE49-F238E27FC236}">
                    <a16:creationId xmlns:a16="http://schemas.microsoft.com/office/drawing/2014/main" id="{68C4379D-EADF-61FA-CC1D-0FA0C68B20B4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  <p:grpSp>
          <p:nvGrpSpPr>
            <p:cNvPr id="341" name="group_HHOLDS-BUYERS">
              <a:extLst>
                <a:ext uri="{FF2B5EF4-FFF2-40B4-BE49-F238E27FC236}">
                  <a16:creationId xmlns:a16="http://schemas.microsoft.com/office/drawing/2014/main" id="{3DBA4E99-7F8F-49F2-B78A-955274D4BA58}"/>
                </a:ext>
              </a:extLst>
            </p:cNvPr>
            <p:cNvGrpSpPr/>
            <p:nvPr/>
          </p:nvGrpSpPr>
          <p:grpSpPr>
            <a:xfrm>
              <a:off x="1369828" y="6087123"/>
              <a:ext cx="2207090" cy="427375"/>
              <a:chOff x="1692998" y="407406"/>
              <a:chExt cx="2254312" cy="651852"/>
            </a:xfrm>
          </p:grpSpPr>
          <p:sp>
            <p:nvSpPr>
              <p:cNvPr id="342" name="header_HHOLDS-BUYERS">
                <a:extLst>
                  <a:ext uri="{FF2B5EF4-FFF2-40B4-BE49-F238E27FC236}">
                    <a16:creationId xmlns:a16="http://schemas.microsoft.com/office/drawing/2014/main" id="{B8FD1D38-D75E-D9CE-35F3-3650345AF68A}"/>
                  </a:ext>
                </a:extLst>
              </p:cNvPr>
              <p:cNvSpPr/>
              <p:nvPr/>
            </p:nvSpPr>
            <p:spPr>
              <a:xfrm>
                <a:off x="1692998" y="407406"/>
                <a:ext cx="2254312" cy="325926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/>
                  <a:t>HHOLD BUYERS</a:t>
                </a:r>
              </a:p>
            </p:txBody>
          </p:sp>
          <p:sp>
            <p:nvSpPr>
              <p:cNvPr id="343" name="val_HHOLDS-BUYERS">
                <a:extLst>
                  <a:ext uri="{FF2B5EF4-FFF2-40B4-BE49-F238E27FC236}">
                    <a16:creationId xmlns:a16="http://schemas.microsoft.com/office/drawing/2014/main" id="{92453D1E-4950-0F19-D886-EC65B0A0ECEA}"/>
                  </a:ext>
                </a:extLst>
              </p:cNvPr>
              <p:cNvSpPr/>
              <p:nvPr/>
            </p:nvSpPr>
            <p:spPr>
              <a:xfrm>
                <a:off x="1692998" y="733332"/>
                <a:ext cx="1665838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$ 17,075 M</a:t>
                </a:r>
              </a:p>
            </p:txBody>
          </p:sp>
          <p:sp>
            <p:nvSpPr>
              <p:cNvPr id="344" name="var_HHOLDS-BUYERS">
                <a:extLst>
                  <a:ext uri="{FF2B5EF4-FFF2-40B4-BE49-F238E27FC236}">
                    <a16:creationId xmlns:a16="http://schemas.microsoft.com/office/drawing/2014/main" id="{D69CD780-FCAC-2793-6C20-AA70F8F2BD5F}"/>
                  </a:ext>
                </a:extLst>
              </p:cNvPr>
              <p:cNvSpPr/>
              <p:nvPr/>
            </p:nvSpPr>
            <p:spPr>
              <a:xfrm>
                <a:off x="3358836" y="733332"/>
                <a:ext cx="588474" cy="325926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900" b="1" dirty="0">
                    <a:solidFill>
                      <a:srgbClr val="00B050"/>
                    </a:solidFill>
                  </a:rPr>
                  <a:t>41.0%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268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1BB7B-0BCB-500A-B59B-B7793084D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00276-46F0-4C06-AAE6-FA47B5439564}" type="datetime1">
              <a:rPr lang="pt-BR" smtClean="0"/>
              <a:t>29/09/2025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6A670E-8C99-09B0-27BF-17184CE82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B2F8E-8209-2C95-FE08-5128694AA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11</a:t>
            </a:fld>
            <a:endParaRPr lang="pt-BR"/>
          </a:p>
        </p:txBody>
      </p:sp>
      <p:graphicFrame>
        <p:nvGraphicFramePr>
          <p:cNvPr id="2" name="CHART_11-2">
            <a:extLst>
              <a:ext uri="{FF2B5EF4-FFF2-40B4-BE49-F238E27FC236}">
                <a16:creationId xmlns:a16="http://schemas.microsoft.com/office/drawing/2014/main" id="{4E132718-95B8-2309-A2B7-70DE6ED72F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6868766"/>
              </p:ext>
            </p:extLst>
          </p:nvPr>
        </p:nvGraphicFramePr>
        <p:xfrm>
          <a:off x="6093436" y="600635"/>
          <a:ext cx="5728063" cy="5683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_11-1">
            <a:extLst>
              <a:ext uri="{FF2B5EF4-FFF2-40B4-BE49-F238E27FC236}">
                <a16:creationId xmlns:a16="http://schemas.microsoft.com/office/drawing/2014/main" id="{D1701CA8-FD13-07EB-5468-9A4C9F3D41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8521297"/>
              </p:ext>
            </p:extLst>
          </p:nvPr>
        </p:nvGraphicFramePr>
        <p:xfrm>
          <a:off x="361587" y="600635"/>
          <a:ext cx="5728063" cy="56836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FILTERS">
            <a:extLst>
              <a:ext uri="{FF2B5EF4-FFF2-40B4-BE49-F238E27FC236}">
                <a16:creationId xmlns:a16="http://schemas.microsoft.com/office/drawing/2014/main" id="{CA81CCBD-FB57-E6DA-B33F-3764CAEF34DA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1876166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445AF1-F4F1-E12F-CDA4-BA8A1AFC6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9D19-E78D-4375-B0E6-130685A9E5A8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C72AD-2725-2E3C-06B0-B8E5AABF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A7504-D4D8-1C46-1812-78DCF92ED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12</a:t>
            </a:fld>
            <a:endParaRPr lang="pt-BR"/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F4C2BDA2-F290-BC44-122F-5D7AEB698C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24254"/>
              </p:ext>
            </p:extLst>
          </p:nvPr>
        </p:nvGraphicFramePr>
        <p:xfrm>
          <a:off x="838200" y="5040444"/>
          <a:ext cx="10384201" cy="822268"/>
        </p:xfrm>
        <a:graphic>
          <a:graphicData uri="http://schemas.openxmlformats.org/drawingml/2006/table">
            <a:tbl>
              <a:tblPr/>
              <a:tblGrid>
                <a:gridCol w="1167225">
                  <a:extLst>
                    <a:ext uri="{9D8B030D-6E8A-4147-A177-3AD203B41FA5}">
                      <a16:colId xmlns:a16="http://schemas.microsoft.com/office/drawing/2014/main" val="4180005582"/>
                    </a:ext>
                  </a:extLst>
                </a:gridCol>
                <a:gridCol w="2044650">
                  <a:extLst>
                    <a:ext uri="{9D8B030D-6E8A-4147-A177-3AD203B41FA5}">
                      <a16:colId xmlns:a16="http://schemas.microsoft.com/office/drawing/2014/main" val="776999900"/>
                    </a:ext>
                  </a:extLst>
                </a:gridCol>
                <a:gridCol w="2563838">
                  <a:extLst>
                    <a:ext uri="{9D8B030D-6E8A-4147-A177-3AD203B41FA5}">
                      <a16:colId xmlns:a16="http://schemas.microsoft.com/office/drawing/2014/main" val="2759033939"/>
                    </a:ext>
                  </a:extLst>
                </a:gridCol>
                <a:gridCol w="2304244">
                  <a:extLst>
                    <a:ext uri="{9D8B030D-6E8A-4147-A177-3AD203B41FA5}">
                      <a16:colId xmlns:a16="http://schemas.microsoft.com/office/drawing/2014/main" val="2876263285"/>
                    </a:ext>
                  </a:extLst>
                </a:gridCol>
                <a:gridCol w="2304244">
                  <a:extLst>
                    <a:ext uri="{9D8B030D-6E8A-4147-A177-3AD203B41FA5}">
                      <a16:colId xmlns:a16="http://schemas.microsoft.com/office/drawing/2014/main" val="2582657135"/>
                    </a:ext>
                  </a:extLst>
                </a:gridCol>
              </a:tblGrid>
              <a:tr h="411134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Imp. Vol.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41,2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30,3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0287635"/>
                  </a:ext>
                </a:extLst>
              </a:tr>
              <a:tr h="411134">
                <a:tc>
                  <a:txBody>
                    <a:bodyPr/>
                    <a:lstStyle/>
                    <a:p>
                      <a:pPr algn="l" fontAlgn="b"/>
                      <a:r>
                        <a:rPr lang="pt-BR" sz="1200" b="0" i="0" u="none" strike="noStrike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Contr. Vol.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15,7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6,4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7,6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0" i="0" u="none" strike="noStrike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Calibri" panose="020F0502020204030204" pitchFamily="34" charset="0"/>
                        </a:rPr>
                        <a:t>1,7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7515063"/>
                  </a:ext>
                </a:extLst>
              </a:tr>
            </a:tbl>
          </a:graphicData>
        </a:graphic>
      </p:graphicFrame>
      <p:graphicFrame>
        <p:nvGraphicFramePr>
          <p:cNvPr id="5" name="CHART_12">
            <a:extLst>
              <a:ext uri="{FF2B5EF4-FFF2-40B4-BE49-F238E27FC236}">
                <a16:creationId xmlns:a16="http://schemas.microsoft.com/office/drawing/2014/main" id="{05A89F0B-8349-2BA4-918F-C6B4C707D9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9249719"/>
              </p:ext>
            </p:extLst>
          </p:nvPr>
        </p:nvGraphicFramePr>
        <p:xfrm>
          <a:off x="1864660" y="1057836"/>
          <a:ext cx="9403416" cy="37382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FILTERS">
            <a:extLst>
              <a:ext uri="{FF2B5EF4-FFF2-40B4-BE49-F238E27FC236}">
                <a16:creationId xmlns:a16="http://schemas.microsoft.com/office/drawing/2014/main" id="{ACD81A13-E7F6-A893-951A-4139FE8076B2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</p:spTree>
    <p:extLst>
      <p:ext uri="{BB962C8B-B14F-4D97-AF65-F5344CB8AC3E}">
        <p14:creationId xmlns:p14="http://schemas.microsoft.com/office/powerpoint/2010/main" val="372038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9A31A6-AB1D-EE41-FF88-18C344760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9D19-E78D-4375-B0E6-130685A9E5A8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FF5922-7098-FFD6-3A01-910F49A12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BB2CF-7376-F7FE-5C49-D23C7F8DE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13</a:t>
            </a:fld>
            <a:endParaRPr lang="pt-BR"/>
          </a:p>
        </p:txBody>
      </p:sp>
      <p:cxnSp>
        <p:nvCxnSpPr>
          <p:cNvPr id="8" name="Conector reto 12">
            <a:extLst>
              <a:ext uri="{FF2B5EF4-FFF2-40B4-BE49-F238E27FC236}">
                <a16:creationId xmlns:a16="http://schemas.microsoft.com/office/drawing/2014/main" id="{FAB288BE-7EF7-1B45-D8A8-B9BBAA557204}"/>
              </a:ext>
            </a:extLst>
          </p:cNvPr>
          <p:cNvCxnSpPr/>
          <p:nvPr/>
        </p:nvCxnSpPr>
        <p:spPr>
          <a:xfrm>
            <a:off x="277851" y="2346580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3">
            <a:extLst>
              <a:ext uri="{FF2B5EF4-FFF2-40B4-BE49-F238E27FC236}">
                <a16:creationId xmlns:a16="http://schemas.microsoft.com/office/drawing/2014/main" id="{E5F441D6-699F-7A55-E305-9CD77275A56C}"/>
              </a:ext>
            </a:extLst>
          </p:cNvPr>
          <p:cNvCxnSpPr/>
          <p:nvPr/>
        </p:nvCxnSpPr>
        <p:spPr>
          <a:xfrm>
            <a:off x="285145" y="2744186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4">
            <a:extLst>
              <a:ext uri="{FF2B5EF4-FFF2-40B4-BE49-F238E27FC236}">
                <a16:creationId xmlns:a16="http://schemas.microsoft.com/office/drawing/2014/main" id="{AE39243F-0904-127F-91B9-A3489F5742F3}"/>
              </a:ext>
            </a:extLst>
          </p:cNvPr>
          <p:cNvCxnSpPr/>
          <p:nvPr/>
        </p:nvCxnSpPr>
        <p:spPr>
          <a:xfrm>
            <a:off x="305693" y="3148140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5">
            <a:extLst>
              <a:ext uri="{FF2B5EF4-FFF2-40B4-BE49-F238E27FC236}">
                <a16:creationId xmlns:a16="http://schemas.microsoft.com/office/drawing/2014/main" id="{19EE7372-E1C2-709D-49C0-503841EBF812}"/>
              </a:ext>
            </a:extLst>
          </p:cNvPr>
          <p:cNvCxnSpPr/>
          <p:nvPr/>
        </p:nvCxnSpPr>
        <p:spPr>
          <a:xfrm>
            <a:off x="285145" y="3552092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6">
            <a:extLst>
              <a:ext uri="{FF2B5EF4-FFF2-40B4-BE49-F238E27FC236}">
                <a16:creationId xmlns:a16="http://schemas.microsoft.com/office/drawing/2014/main" id="{D0F73C2C-DC3B-C955-C514-5265E174271F}"/>
              </a:ext>
            </a:extLst>
          </p:cNvPr>
          <p:cNvCxnSpPr/>
          <p:nvPr/>
        </p:nvCxnSpPr>
        <p:spPr>
          <a:xfrm>
            <a:off x="285145" y="4017691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7">
            <a:extLst>
              <a:ext uri="{FF2B5EF4-FFF2-40B4-BE49-F238E27FC236}">
                <a16:creationId xmlns:a16="http://schemas.microsoft.com/office/drawing/2014/main" id="{7428CE06-444E-951C-97FC-13710D8839B8}"/>
              </a:ext>
            </a:extLst>
          </p:cNvPr>
          <p:cNvCxnSpPr/>
          <p:nvPr/>
        </p:nvCxnSpPr>
        <p:spPr>
          <a:xfrm>
            <a:off x="285145" y="4421642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8">
            <a:extLst>
              <a:ext uri="{FF2B5EF4-FFF2-40B4-BE49-F238E27FC236}">
                <a16:creationId xmlns:a16="http://schemas.microsoft.com/office/drawing/2014/main" id="{70FEB238-5E6E-5694-E774-64CCA77A7EA7}"/>
              </a:ext>
            </a:extLst>
          </p:cNvPr>
          <p:cNvCxnSpPr/>
          <p:nvPr/>
        </p:nvCxnSpPr>
        <p:spPr>
          <a:xfrm>
            <a:off x="285145" y="4907791"/>
            <a:ext cx="1122172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9">
            <a:extLst>
              <a:ext uri="{FF2B5EF4-FFF2-40B4-BE49-F238E27FC236}">
                <a16:creationId xmlns:a16="http://schemas.microsoft.com/office/drawing/2014/main" id="{5C9A3A48-4045-1A17-9E60-201F055755F2}"/>
              </a:ext>
            </a:extLst>
          </p:cNvPr>
          <p:cNvSpPr txBox="1"/>
          <p:nvPr/>
        </p:nvSpPr>
        <p:spPr>
          <a:xfrm>
            <a:off x="319112" y="1452616"/>
            <a:ext cx="1793632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IMPORTÂNCIA DE VOLUME</a:t>
            </a:r>
          </a:p>
        </p:txBody>
      </p:sp>
      <p:cxnSp>
        <p:nvCxnSpPr>
          <p:cNvPr id="20" name="Straight Connector 3">
            <a:extLst>
              <a:ext uri="{FF2B5EF4-FFF2-40B4-BE49-F238E27FC236}">
                <a16:creationId xmlns:a16="http://schemas.microsoft.com/office/drawing/2014/main" id="{ED5EA0A5-B660-7A61-164F-B5450240026E}"/>
              </a:ext>
            </a:extLst>
          </p:cNvPr>
          <p:cNvCxnSpPr>
            <a:cxnSpLocks/>
          </p:cNvCxnSpPr>
          <p:nvPr/>
        </p:nvCxnSpPr>
        <p:spPr>
          <a:xfrm flipV="1">
            <a:off x="1215928" y="1901905"/>
            <a:ext cx="0" cy="34365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_DIMENSIONS">
            <a:extLst>
              <a:ext uri="{FF2B5EF4-FFF2-40B4-BE49-F238E27FC236}">
                <a16:creationId xmlns:a16="http://schemas.microsoft.com/office/drawing/2014/main" id="{2082B2F5-A43E-B1C9-0CEB-5C1ED1F1D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5816810"/>
              </p:ext>
            </p:extLst>
          </p:nvPr>
        </p:nvGraphicFramePr>
        <p:xfrm>
          <a:off x="2485599" y="1878826"/>
          <a:ext cx="1958385" cy="3456000"/>
        </p:xfrm>
        <a:graphic>
          <a:graphicData uri="http://schemas.openxmlformats.org/drawingml/2006/table">
            <a:tbl>
              <a:tblPr/>
              <a:tblGrid>
                <a:gridCol w="1958385">
                  <a:extLst>
                    <a:ext uri="{9D8B030D-6E8A-4147-A177-3AD203B41FA5}">
                      <a16:colId xmlns:a16="http://schemas.microsoft.com/office/drawing/2014/main" val="14579203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2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CATEGORIES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99562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99677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10017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87825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0952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06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00234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72763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pt-BR" sz="12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CATEGORY 08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0028"/>
                  </a:ext>
                </a:extLst>
              </a:tr>
            </a:tbl>
          </a:graphicData>
        </a:graphic>
      </p:graphicFrame>
      <p:graphicFrame>
        <p:nvGraphicFramePr>
          <p:cNvPr id="15" name="TABLE_PERIODS">
            <a:extLst>
              <a:ext uri="{FF2B5EF4-FFF2-40B4-BE49-F238E27FC236}">
                <a16:creationId xmlns:a16="http://schemas.microsoft.com/office/drawing/2014/main" id="{F3CB819E-0AD6-BC62-1DEF-7D8F11F33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654955"/>
              </p:ext>
            </p:extLst>
          </p:nvPr>
        </p:nvGraphicFramePr>
        <p:xfrm>
          <a:off x="359999" y="1866045"/>
          <a:ext cx="1711858" cy="3524034"/>
        </p:xfrm>
        <a:graphic>
          <a:graphicData uri="http://schemas.openxmlformats.org/drawingml/2006/table">
            <a:tbl>
              <a:tblPr/>
              <a:tblGrid>
                <a:gridCol w="855929">
                  <a:extLst>
                    <a:ext uri="{9D8B030D-6E8A-4147-A177-3AD203B41FA5}">
                      <a16:colId xmlns:a16="http://schemas.microsoft.com/office/drawing/2014/main" val="145792031"/>
                    </a:ext>
                  </a:extLst>
                </a:gridCol>
                <a:gridCol w="855929">
                  <a:extLst>
                    <a:ext uri="{9D8B030D-6E8A-4147-A177-3AD203B41FA5}">
                      <a16:colId xmlns:a16="http://schemas.microsoft.com/office/drawing/2014/main" val="4115136275"/>
                    </a:ext>
                  </a:extLst>
                </a:gridCol>
              </a:tblGrid>
              <a:tr h="44658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PERIOD 01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1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PERIOD 02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995620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19,5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22,3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996772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9,1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2100176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2878250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8,9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8,8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0309529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14,2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3900234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15,8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15,8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727631"/>
                  </a:ext>
                </a:extLst>
              </a:tr>
              <a:tr h="439636"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13,7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>
                        <a:buNone/>
                      </a:pPr>
                      <a:r>
                        <a:rPr lang="pt-BR" sz="10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14,4</a:t>
                      </a:r>
                    </a:p>
                  </a:txBody>
                  <a:tcPr marL="6350" marR="6350" marT="63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738269"/>
                  </a:ext>
                </a:extLst>
              </a:tr>
            </a:tbl>
          </a:graphicData>
        </a:graphic>
      </p:graphicFrame>
      <p:graphicFrame>
        <p:nvGraphicFramePr>
          <p:cNvPr id="16" name="CHART_13-2">
            <a:extLst>
              <a:ext uri="{FF2B5EF4-FFF2-40B4-BE49-F238E27FC236}">
                <a16:creationId xmlns:a16="http://schemas.microsoft.com/office/drawing/2014/main" id="{5A6AB9CF-7B3C-193B-F20E-C511853FFC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6002752"/>
              </p:ext>
            </p:extLst>
          </p:nvPr>
        </p:nvGraphicFramePr>
        <p:xfrm>
          <a:off x="7736540" y="1440842"/>
          <a:ext cx="3629893" cy="4331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CHART_13-1">
            <a:extLst>
              <a:ext uri="{FF2B5EF4-FFF2-40B4-BE49-F238E27FC236}">
                <a16:creationId xmlns:a16="http://schemas.microsoft.com/office/drawing/2014/main" id="{D56F984D-69D5-3F99-BFCB-ADD8354DF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385105"/>
              </p:ext>
            </p:extLst>
          </p:nvPr>
        </p:nvGraphicFramePr>
        <p:xfrm>
          <a:off x="4203655" y="1440842"/>
          <a:ext cx="3139909" cy="43319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7812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E2B0A8-7DE6-C9CD-6CAE-5F98534DA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9D19-E78D-4375-B0E6-130685A9E5A8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D1EA4B-3E0B-E931-88E9-46E225ACF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FC628-E852-208C-7115-20906BC81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14</a:t>
            </a:fld>
            <a:endParaRPr lang="pt-BR"/>
          </a:p>
        </p:txBody>
      </p:sp>
      <p:sp>
        <p:nvSpPr>
          <p:cNvPr id="30" name="FILTER">
            <a:extLst>
              <a:ext uri="{FF2B5EF4-FFF2-40B4-BE49-F238E27FC236}">
                <a16:creationId xmlns:a16="http://schemas.microsoft.com/office/drawing/2014/main" id="{B23FE68C-1FFD-648A-05B0-12EFEF1E3CF8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  <p:graphicFrame>
        <p:nvGraphicFramePr>
          <p:cNvPr id="5" name="TABLE_01">
            <a:extLst>
              <a:ext uri="{FF2B5EF4-FFF2-40B4-BE49-F238E27FC236}">
                <a16:creationId xmlns:a16="http://schemas.microsoft.com/office/drawing/2014/main" id="{70A4230C-5B68-0A02-D0C5-29D2667AC8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5537105"/>
              </p:ext>
            </p:extLst>
          </p:nvPr>
        </p:nvGraphicFramePr>
        <p:xfrm>
          <a:off x="995886" y="1466870"/>
          <a:ext cx="10487355" cy="4039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8735">
                  <a:extLst>
                    <a:ext uri="{9D8B030D-6E8A-4147-A177-3AD203B41FA5}">
                      <a16:colId xmlns:a16="http://schemas.microsoft.com/office/drawing/2014/main" val="197950704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1240841656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2735198749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2996322672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1664288587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3443128938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1684855963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2424897395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2614412938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2739418815"/>
                    </a:ext>
                  </a:extLst>
                </a:gridCol>
                <a:gridCol w="943862">
                  <a:extLst>
                    <a:ext uri="{9D8B030D-6E8A-4147-A177-3AD203B41FA5}">
                      <a16:colId xmlns:a16="http://schemas.microsoft.com/office/drawing/2014/main" val="726214424"/>
                    </a:ext>
                  </a:extLst>
                </a:gridCol>
              </a:tblGrid>
              <a:tr h="350888"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Category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Brand 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Brand</a:t>
                      </a:r>
                      <a:r>
                        <a:rPr kumimoji="0" lang="es-MX" sz="12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Arial" panose="020B0604020202020204" pitchFamily="34" charset="0"/>
                        </a:rPr>
                        <a:t> 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151331"/>
                  </a:ext>
                </a:extLst>
              </a:tr>
              <a:tr h="3688448"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s-MX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552184"/>
                  </a:ext>
                </a:extLst>
              </a:tr>
            </a:tbl>
          </a:graphicData>
        </a:graphic>
      </p:graphicFrame>
      <p:graphicFrame>
        <p:nvGraphicFramePr>
          <p:cNvPr id="29" name="CHART_14-11">
            <a:extLst>
              <a:ext uri="{FF2B5EF4-FFF2-40B4-BE49-F238E27FC236}">
                <a16:creationId xmlns:a16="http://schemas.microsoft.com/office/drawing/2014/main" id="{79ED0741-4871-E579-AA33-CFB19625C8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84827661"/>
              </p:ext>
            </p:extLst>
          </p:nvPr>
        </p:nvGraphicFramePr>
        <p:xfrm>
          <a:off x="9996537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8" name="CHART_14-10">
            <a:extLst>
              <a:ext uri="{FF2B5EF4-FFF2-40B4-BE49-F238E27FC236}">
                <a16:creationId xmlns:a16="http://schemas.microsoft.com/office/drawing/2014/main" id="{44F0A36D-520A-09C9-8CB6-D725742214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073475"/>
              </p:ext>
            </p:extLst>
          </p:nvPr>
        </p:nvGraphicFramePr>
        <p:xfrm>
          <a:off x="9059763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7" name="CHART_14-9">
            <a:extLst>
              <a:ext uri="{FF2B5EF4-FFF2-40B4-BE49-F238E27FC236}">
                <a16:creationId xmlns:a16="http://schemas.microsoft.com/office/drawing/2014/main" id="{9B1C06E6-7651-55B5-ACD3-3EAFC4B7D2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3844401"/>
              </p:ext>
            </p:extLst>
          </p:nvPr>
        </p:nvGraphicFramePr>
        <p:xfrm>
          <a:off x="8122991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CHART_14-8">
            <a:extLst>
              <a:ext uri="{FF2B5EF4-FFF2-40B4-BE49-F238E27FC236}">
                <a16:creationId xmlns:a16="http://schemas.microsoft.com/office/drawing/2014/main" id="{6F6FA50E-88A8-85D9-A70B-5843112C187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358095"/>
              </p:ext>
            </p:extLst>
          </p:nvPr>
        </p:nvGraphicFramePr>
        <p:xfrm>
          <a:off x="7186219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5" name="CHART_14-7">
            <a:extLst>
              <a:ext uri="{FF2B5EF4-FFF2-40B4-BE49-F238E27FC236}">
                <a16:creationId xmlns:a16="http://schemas.microsoft.com/office/drawing/2014/main" id="{5333F590-751E-5520-D4B8-07B3DF2328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14333"/>
              </p:ext>
            </p:extLst>
          </p:nvPr>
        </p:nvGraphicFramePr>
        <p:xfrm>
          <a:off x="6249447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4" name="CHART_14-6">
            <a:extLst>
              <a:ext uri="{FF2B5EF4-FFF2-40B4-BE49-F238E27FC236}">
                <a16:creationId xmlns:a16="http://schemas.microsoft.com/office/drawing/2014/main" id="{1478709E-BCF7-6CDF-01EA-549DDE98A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6041"/>
              </p:ext>
            </p:extLst>
          </p:nvPr>
        </p:nvGraphicFramePr>
        <p:xfrm>
          <a:off x="5312675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3" name="CHART_14-5">
            <a:extLst>
              <a:ext uri="{FF2B5EF4-FFF2-40B4-BE49-F238E27FC236}">
                <a16:creationId xmlns:a16="http://schemas.microsoft.com/office/drawing/2014/main" id="{F58E8C7A-BE67-22AA-DB3E-76BCCF664D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16185315"/>
              </p:ext>
            </p:extLst>
          </p:nvPr>
        </p:nvGraphicFramePr>
        <p:xfrm>
          <a:off x="4375903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CHART_14-4">
            <a:extLst>
              <a:ext uri="{FF2B5EF4-FFF2-40B4-BE49-F238E27FC236}">
                <a16:creationId xmlns:a16="http://schemas.microsoft.com/office/drawing/2014/main" id="{0B2BC99C-01D7-2E8D-DF41-EA67DBAE88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6295137"/>
              </p:ext>
            </p:extLst>
          </p:nvPr>
        </p:nvGraphicFramePr>
        <p:xfrm>
          <a:off x="3439131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0" name="CHART_14-3">
            <a:extLst>
              <a:ext uri="{FF2B5EF4-FFF2-40B4-BE49-F238E27FC236}">
                <a16:creationId xmlns:a16="http://schemas.microsoft.com/office/drawing/2014/main" id="{B7A72541-561D-D7A5-0B81-CEF26DBB36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03224439"/>
              </p:ext>
            </p:extLst>
          </p:nvPr>
        </p:nvGraphicFramePr>
        <p:xfrm>
          <a:off x="2502359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21" name="CHART_14-2">
            <a:extLst>
              <a:ext uri="{FF2B5EF4-FFF2-40B4-BE49-F238E27FC236}">
                <a16:creationId xmlns:a16="http://schemas.microsoft.com/office/drawing/2014/main" id="{ED0B7777-673E-A864-29DB-83BC26513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8246691"/>
              </p:ext>
            </p:extLst>
          </p:nvPr>
        </p:nvGraphicFramePr>
        <p:xfrm>
          <a:off x="1565587" y="1882400"/>
          <a:ext cx="1398493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6" name="CHART_14-1">
            <a:extLst>
              <a:ext uri="{FF2B5EF4-FFF2-40B4-BE49-F238E27FC236}">
                <a16:creationId xmlns:a16="http://schemas.microsoft.com/office/drawing/2014/main" id="{251C7F54-AA64-C5AB-0823-28C2CFF56A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32933422"/>
              </p:ext>
            </p:extLst>
          </p:nvPr>
        </p:nvGraphicFramePr>
        <p:xfrm>
          <a:off x="59171" y="1882400"/>
          <a:ext cx="1968137" cy="36027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839094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975CAD-3794-4C7A-32C8-0C095F92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9D19-E78D-4375-B0E6-130685A9E5A8}" type="datetime1">
              <a:rPr lang="pt-BR" smtClean="0"/>
              <a:t>29/09/2025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980B4-AE87-30A7-597B-97EB80532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@automation-wp-br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731F25-F1B9-80D3-EDA3-128C1860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BEE1B-9F0E-4CE2-801F-8ADEEC2C7D75}" type="slidenum">
              <a:rPr lang="pt-BR" smtClean="0"/>
              <a:t>15</a:t>
            </a:fld>
            <a:endParaRPr lang="pt-B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107FC5-2A71-5D66-C2F6-0DA19F21C33E}"/>
              </a:ext>
            </a:extLst>
          </p:cNvPr>
          <p:cNvSpPr txBox="1"/>
          <p:nvPr/>
        </p:nvSpPr>
        <p:spPr>
          <a:xfrm>
            <a:off x="5693801" y="586291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Bubble size = Absolute value | Local currency</a:t>
            </a:r>
            <a:endParaRPr lang="pt-BR" sz="105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FILTER">
            <a:extLst>
              <a:ext uri="{FF2B5EF4-FFF2-40B4-BE49-F238E27FC236}">
                <a16:creationId xmlns:a16="http://schemas.microsoft.com/office/drawing/2014/main" id="{E94C0C92-3BBB-EEC8-7DFE-2992088BFC58}"/>
              </a:ext>
            </a:extLst>
          </p:cNvPr>
          <p:cNvSpPr txBox="1"/>
          <p:nvPr/>
        </p:nvSpPr>
        <p:spPr>
          <a:xfrm>
            <a:off x="242940" y="136525"/>
            <a:ext cx="5943600" cy="1538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FILTERS</a:t>
            </a:r>
          </a:p>
        </p:txBody>
      </p:sp>
      <p:graphicFrame>
        <p:nvGraphicFramePr>
          <p:cNvPr id="6" name="CHART_15">
            <a:extLst>
              <a:ext uri="{FF2B5EF4-FFF2-40B4-BE49-F238E27FC236}">
                <a16:creationId xmlns:a16="http://schemas.microsoft.com/office/drawing/2014/main" id="{96B27843-6F14-47E5-55F4-8A417F0444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743035"/>
              </p:ext>
            </p:extLst>
          </p:nvPr>
        </p:nvGraphicFramePr>
        <p:xfrm>
          <a:off x="402198" y="735106"/>
          <a:ext cx="11387603" cy="51278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7344899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656</Words>
  <Application>Microsoft Office PowerPoint</Application>
  <PresentationFormat>Widescreen</PresentationFormat>
  <Paragraphs>329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Aptos Narrow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Eduardo Inocencio</dc:creator>
  <cp:lastModifiedBy>Eduardo Inocencio</cp:lastModifiedBy>
  <cp:revision>75</cp:revision>
  <dcterms:created xsi:type="dcterms:W3CDTF">2025-09-12T05:00:54Z</dcterms:created>
  <dcterms:modified xsi:type="dcterms:W3CDTF">2025-09-29T15:02:07Z</dcterms:modified>
</cp:coreProperties>
</file>